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5"/>
  </p:notesMasterIdLst>
  <p:sldIdLst>
    <p:sldId id="260" r:id="rId4"/>
    <p:sldId id="279" r:id="rId6"/>
    <p:sldId id="294" r:id="rId7"/>
    <p:sldId id="297" r:id="rId8"/>
    <p:sldId id="298" r:id="rId9"/>
    <p:sldId id="299" r:id="rId10"/>
    <p:sldId id="300" r:id="rId11"/>
    <p:sldId id="301" r:id="rId12"/>
    <p:sldId id="302" r:id="rId13"/>
    <p:sldId id="304" r:id="rId14"/>
    <p:sldId id="303" r:id="rId15"/>
    <p:sldId id="305" r:id="rId16"/>
    <p:sldId id="309" r:id="rId17"/>
    <p:sldId id="277" r:id="rId1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作者" initials="A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2177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commentAuthors" Target="commentAuthors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3943C8-ABEB-4C3D-A350-F7B6C35431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3943C8-ABEB-4C3D-A350-F7B6C35431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6.xml"/><Relationship Id="rId7" Type="http://schemas.openxmlformats.org/officeDocument/2006/relationships/image" Target="../media/image1.png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image" Target="../media/image3.png"/><Relationship Id="rId10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19.xml"/><Relationship Id="rId7" Type="http://schemas.openxmlformats.org/officeDocument/2006/relationships/image" Target="../media/image1.png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2" Type="http://schemas.openxmlformats.org/officeDocument/2006/relationships/tags" Target="../tags/tag31.xml"/><Relationship Id="rId21" Type="http://schemas.openxmlformats.org/officeDocument/2006/relationships/tags" Target="../tags/tag30.xml"/><Relationship Id="rId20" Type="http://schemas.openxmlformats.org/officeDocument/2006/relationships/tags" Target="../tags/tag29.xml"/><Relationship Id="rId2" Type="http://schemas.openxmlformats.org/officeDocument/2006/relationships/tags" Target="../tags/tag14.xml"/><Relationship Id="rId19" Type="http://schemas.openxmlformats.org/officeDocument/2006/relationships/tags" Target="../tags/tag28.xml"/><Relationship Id="rId18" Type="http://schemas.openxmlformats.org/officeDocument/2006/relationships/tags" Target="../tags/tag27.xml"/><Relationship Id="rId17" Type="http://schemas.openxmlformats.org/officeDocument/2006/relationships/tags" Target="../tags/tag26.xml"/><Relationship Id="rId16" Type="http://schemas.openxmlformats.org/officeDocument/2006/relationships/tags" Target="../tags/tag25.xml"/><Relationship Id="rId15" Type="http://schemas.openxmlformats.org/officeDocument/2006/relationships/tags" Target="../tags/tag24.xml"/><Relationship Id="rId14" Type="http://schemas.openxmlformats.org/officeDocument/2006/relationships/tags" Target="../tags/tag23.xml"/><Relationship Id="rId13" Type="http://schemas.openxmlformats.org/officeDocument/2006/relationships/tags" Target="../tags/tag22.xml"/><Relationship Id="rId12" Type="http://schemas.openxmlformats.org/officeDocument/2006/relationships/tags" Target="../tags/tag21.xml"/><Relationship Id="rId11" Type="http://schemas.openxmlformats.org/officeDocument/2006/relationships/image" Target="../media/image3.png"/><Relationship Id="rId10" Type="http://schemas.openxmlformats.org/officeDocument/2006/relationships/tags" Target="../tags/tag20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37.xml"/><Relationship Id="rId7" Type="http://schemas.openxmlformats.org/officeDocument/2006/relationships/image" Target="../media/image1.png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9" Type="http://schemas.openxmlformats.org/officeDocument/2006/relationships/tags" Target="../tags/tag46.xml"/><Relationship Id="rId18" Type="http://schemas.openxmlformats.org/officeDocument/2006/relationships/tags" Target="../tags/tag45.xml"/><Relationship Id="rId17" Type="http://schemas.openxmlformats.org/officeDocument/2006/relationships/tags" Target="../tags/tag44.xml"/><Relationship Id="rId16" Type="http://schemas.openxmlformats.org/officeDocument/2006/relationships/tags" Target="../tags/tag43.xml"/><Relationship Id="rId15" Type="http://schemas.openxmlformats.org/officeDocument/2006/relationships/tags" Target="../tags/tag42.xml"/><Relationship Id="rId14" Type="http://schemas.openxmlformats.org/officeDocument/2006/relationships/tags" Target="../tags/tag41.xml"/><Relationship Id="rId13" Type="http://schemas.openxmlformats.org/officeDocument/2006/relationships/tags" Target="../tags/tag40.xml"/><Relationship Id="rId12" Type="http://schemas.openxmlformats.org/officeDocument/2006/relationships/tags" Target="../tags/tag39.xml"/><Relationship Id="rId11" Type="http://schemas.openxmlformats.org/officeDocument/2006/relationships/image" Target="../media/image3.png"/><Relationship Id="rId10" Type="http://schemas.openxmlformats.org/officeDocument/2006/relationships/tags" Target="../tags/tag3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52.xml"/><Relationship Id="rId7" Type="http://schemas.openxmlformats.org/officeDocument/2006/relationships/image" Target="../media/image1.png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5" Type="http://schemas.openxmlformats.org/officeDocument/2006/relationships/tags" Target="../tags/tag57.xml"/><Relationship Id="rId14" Type="http://schemas.openxmlformats.org/officeDocument/2006/relationships/tags" Target="../tags/tag56.xml"/><Relationship Id="rId13" Type="http://schemas.openxmlformats.org/officeDocument/2006/relationships/tags" Target="../tags/tag55.xml"/><Relationship Id="rId12" Type="http://schemas.openxmlformats.org/officeDocument/2006/relationships/tags" Target="../tags/tag54.xml"/><Relationship Id="rId11" Type="http://schemas.openxmlformats.org/officeDocument/2006/relationships/image" Target="../media/image3.png"/><Relationship Id="rId10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63.xml"/><Relationship Id="rId7" Type="http://schemas.openxmlformats.org/officeDocument/2006/relationships/image" Target="../media/image1.png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3" Type="http://schemas.openxmlformats.org/officeDocument/2006/relationships/tags" Target="../tags/tag76.xml"/><Relationship Id="rId22" Type="http://schemas.openxmlformats.org/officeDocument/2006/relationships/tags" Target="../tags/tag75.xml"/><Relationship Id="rId21" Type="http://schemas.openxmlformats.org/officeDocument/2006/relationships/tags" Target="../tags/tag74.xml"/><Relationship Id="rId20" Type="http://schemas.openxmlformats.org/officeDocument/2006/relationships/tags" Target="../tags/tag73.xml"/><Relationship Id="rId2" Type="http://schemas.openxmlformats.org/officeDocument/2006/relationships/tags" Target="../tags/tag58.xml"/><Relationship Id="rId19" Type="http://schemas.openxmlformats.org/officeDocument/2006/relationships/tags" Target="../tags/tag72.xml"/><Relationship Id="rId18" Type="http://schemas.openxmlformats.org/officeDocument/2006/relationships/tags" Target="../tags/tag71.xml"/><Relationship Id="rId17" Type="http://schemas.openxmlformats.org/officeDocument/2006/relationships/tags" Target="../tags/tag70.xml"/><Relationship Id="rId16" Type="http://schemas.openxmlformats.org/officeDocument/2006/relationships/tags" Target="../tags/tag69.xml"/><Relationship Id="rId15" Type="http://schemas.openxmlformats.org/officeDocument/2006/relationships/tags" Target="../tags/tag68.xml"/><Relationship Id="rId14" Type="http://schemas.openxmlformats.org/officeDocument/2006/relationships/tags" Target="../tags/tag67.xml"/><Relationship Id="rId13" Type="http://schemas.openxmlformats.org/officeDocument/2006/relationships/tags" Target="../tags/tag66.xml"/><Relationship Id="rId12" Type="http://schemas.openxmlformats.org/officeDocument/2006/relationships/tags" Target="../tags/tag65.xml"/><Relationship Id="rId11" Type="http://schemas.openxmlformats.org/officeDocument/2006/relationships/image" Target="../media/image3.png"/><Relationship Id="rId10" Type="http://schemas.openxmlformats.org/officeDocument/2006/relationships/tags" Target="../tags/tag64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82.xml"/><Relationship Id="rId7" Type="http://schemas.openxmlformats.org/officeDocument/2006/relationships/image" Target="../media/image1.png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3" Type="http://schemas.openxmlformats.org/officeDocument/2006/relationships/tags" Target="../tags/tag95.xml"/><Relationship Id="rId22" Type="http://schemas.openxmlformats.org/officeDocument/2006/relationships/tags" Target="../tags/tag94.xml"/><Relationship Id="rId21" Type="http://schemas.openxmlformats.org/officeDocument/2006/relationships/tags" Target="../tags/tag93.xml"/><Relationship Id="rId20" Type="http://schemas.openxmlformats.org/officeDocument/2006/relationships/tags" Target="../tags/tag92.xml"/><Relationship Id="rId2" Type="http://schemas.openxmlformats.org/officeDocument/2006/relationships/tags" Target="../tags/tag77.xml"/><Relationship Id="rId19" Type="http://schemas.openxmlformats.org/officeDocument/2006/relationships/tags" Target="../tags/tag91.xml"/><Relationship Id="rId18" Type="http://schemas.openxmlformats.org/officeDocument/2006/relationships/tags" Target="../tags/tag90.xml"/><Relationship Id="rId17" Type="http://schemas.openxmlformats.org/officeDocument/2006/relationships/tags" Target="../tags/tag89.xml"/><Relationship Id="rId16" Type="http://schemas.openxmlformats.org/officeDocument/2006/relationships/tags" Target="../tags/tag88.xml"/><Relationship Id="rId15" Type="http://schemas.openxmlformats.org/officeDocument/2006/relationships/tags" Target="../tags/tag87.xml"/><Relationship Id="rId14" Type="http://schemas.openxmlformats.org/officeDocument/2006/relationships/tags" Target="../tags/tag86.xml"/><Relationship Id="rId13" Type="http://schemas.openxmlformats.org/officeDocument/2006/relationships/tags" Target="../tags/tag85.xml"/><Relationship Id="rId12" Type="http://schemas.openxmlformats.org/officeDocument/2006/relationships/tags" Target="../tags/tag84.xml"/><Relationship Id="rId11" Type="http://schemas.openxmlformats.org/officeDocument/2006/relationships/image" Target="../media/image3.png"/><Relationship Id="rId10" Type="http://schemas.openxmlformats.org/officeDocument/2006/relationships/tags" Target="../tags/tag83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101.xml"/><Relationship Id="rId7" Type="http://schemas.openxmlformats.org/officeDocument/2006/relationships/image" Target="../media/image1.png"/><Relationship Id="rId6" Type="http://schemas.openxmlformats.org/officeDocument/2006/relationships/tags" Target="../tags/tag100.xml"/><Relationship Id="rId5" Type="http://schemas.openxmlformats.org/officeDocument/2006/relationships/tags" Target="../tags/tag99.xml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1" Type="http://schemas.openxmlformats.org/officeDocument/2006/relationships/tags" Target="../tags/tag112.xml"/><Relationship Id="rId20" Type="http://schemas.openxmlformats.org/officeDocument/2006/relationships/tags" Target="../tags/tag111.xml"/><Relationship Id="rId2" Type="http://schemas.openxmlformats.org/officeDocument/2006/relationships/tags" Target="../tags/tag96.xml"/><Relationship Id="rId19" Type="http://schemas.openxmlformats.org/officeDocument/2006/relationships/tags" Target="../tags/tag110.xml"/><Relationship Id="rId18" Type="http://schemas.openxmlformats.org/officeDocument/2006/relationships/tags" Target="../tags/tag109.xml"/><Relationship Id="rId17" Type="http://schemas.openxmlformats.org/officeDocument/2006/relationships/tags" Target="../tags/tag108.xml"/><Relationship Id="rId16" Type="http://schemas.openxmlformats.org/officeDocument/2006/relationships/tags" Target="../tags/tag107.xml"/><Relationship Id="rId15" Type="http://schemas.openxmlformats.org/officeDocument/2006/relationships/tags" Target="../tags/tag106.xml"/><Relationship Id="rId14" Type="http://schemas.openxmlformats.org/officeDocument/2006/relationships/tags" Target="../tags/tag105.xml"/><Relationship Id="rId13" Type="http://schemas.openxmlformats.org/officeDocument/2006/relationships/tags" Target="../tags/tag104.xml"/><Relationship Id="rId12" Type="http://schemas.openxmlformats.org/officeDocument/2006/relationships/tags" Target="../tags/tag103.xml"/><Relationship Id="rId11" Type="http://schemas.openxmlformats.org/officeDocument/2006/relationships/image" Target="../media/image3.png"/><Relationship Id="rId10" Type="http://schemas.openxmlformats.org/officeDocument/2006/relationships/tags" Target="../tags/tag10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9" Type="http://schemas.openxmlformats.org/officeDocument/2006/relationships/tags" Target="../tags/tag210.xml"/><Relationship Id="rId98" Type="http://schemas.openxmlformats.org/officeDocument/2006/relationships/tags" Target="../tags/tag209.xml"/><Relationship Id="rId97" Type="http://schemas.openxmlformats.org/officeDocument/2006/relationships/tags" Target="../tags/tag208.xml"/><Relationship Id="rId96" Type="http://schemas.openxmlformats.org/officeDocument/2006/relationships/tags" Target="../tags/tag207.xml"/><Relationship Id="rId95" Type="http://schemas.openxmlformats.org/officeDocument/2006/relationships/tags" Target="../tags/tag206.xml"/><Relationship Id="rId94" Type="http://schemas.openxmlformats.org/officeDocument/2006/relationships/tags" Target="../tags/tag205.xml"/><Relationship Id="rId93" Type="http://schemas.openxmlformats.org/officeDocument/2006/relationships/tags" Target="../tags/tag204.xml"/><Relationship Id="rId92" Type="http://schemas.openxmlformats.org/officeDocument/2006/relationships/tags" Target="../tags/tag203.xml"/><Relationship Id="rId91" Type="http://schemas.openxmlformats.org/officeDocument/2006/relationships/tags" Target="../tags/tag202.xml"/><Relationship Id="rId90" Type="http://schemas.openxmlformats.org/officeDocument/2006/relationships/tags" Target="../tags/tag201.xml"/><Relationship Id="rId9" Type="http://schemas.openxmlformats.org/officeDocument/2006/relationships/tags" Target="../tags/tag120.xml"/><Relationship Id="rId89" Type="http://schemas.openxmlformats.org/officeDocument/2006/relationships/tags" Target="../tags/tag200.xml"/><Relationship Id="rId88" Type="http://schemas.openxmlformats.org/officeDocument/2006/relationships/tags" Target="../tags/tag199.xml"/><Relationship Id="rId87" Type="http://schemas.openxmlformats.org/officeDocument/2006/relationships/tags" Target="../tags/tag198.xml"/><Relationship Id="rId86" Type="http://schemas.openxmlformats.org/officeDocument/2006/relationships/tags" Target="../tags/tag197.xml"/><Relationship Id="rId85" Type="http://schemas.openxmlformats.org/officeDocument/2006/relationships/tags" Target="../tags/tag196.xml"/><Relationship Id="rId84" Type="http://schemas.openxmlformats.org/officeDocument/2006/relationships/tags" Target="../tags/tag195.xml"/><Relationship Id="rId83" Type="http://schemas.openxmlformats.org/officeDocument/2006/relationships/tags" Target="../tags/tag194.xml"/><Relationship Id="rId82" Type="http://schemas.openxmlformats.org/officeDocument/2006/relationships/tags" Target="../tags/tag193.xml"/><Relationship Id="rId81" Type="http://schemas.openxmlformats.org/officeDocument/2006/relationships/tags" Target="../tags/tag192.xml"/><Relationship Id="rId80" Type="http://schemas.openxmlformats.org/officeDocument/2006/relationships/tags" Target="../tags/tag191.xml"/><Relationship Id="rId8" Type="http://schemas.openxmlformats.org/officeDocument/2006/relationships/tags" Target="../tags/tag119.xml"/><Relationship Id="rId79" Type="http://schemas.openxmlformats.org/officeDocument/2006/relationships/tags" Target="../tags/tag190.xml"/><Relationship Id="rId78" Type="http://schemas.openxmlformats.org/officeDocument/2006/relationships/tags" Target="../tags/tag189.xml"/><Relationship Id="rId77" Type="http://schemas.openxmlformats.org/officeDocument/2006/relationships/tags" Target="../tags/tag188.xml"/><Relationship Id="rId76" Type="http://schemas.openxmlformats.org/officeDocument/2006/relationships/tags" Target="../tags/tag187.xml"/><Relationship Id="rId75" Type="http://schemas.openxmlformats.org/officeDocument/2006/relationships/tags" Target="../tags/tag186.xml"/><Relationship Id="rId74" Type="http://schemas.openxmlformats.org/officeDocument/2006/relationships/tags" Target="../tags/tag185.xml"/><Relationship Id="rId73" Type="http://schemas.openxmlformats.org/officeDocument/2006/relationships/tags" Target="../tags/tag184.xml"/><Relationship Id="rId72" Type="http://schemas.openxmlformats.org/officeDocument/2006/relationships/tags" Target="../tags/tag183.xml"/><Relationship Id="rId71" Type="http://schemas.openxmlformats.org/officeDocument/2006/relationships/tags" Target="../tags/tag182.xml"/><Relationship Id="rId70" Type="http://schemas.openxmlformats.org/officeDocument/2006/relationships/tags" Target="../tags/tag181.xml"/><Relationship Id="rId7" Type="http://schemas.openxmlformats.org/officeDocument/2006/relationships/tags" Target="../tags/tag118.xml"/><Relationship Id="rId69" Type="http://schemas.openxmlformats.org/officeDocument/2006/relationships/tags" Target="../tags/tag180.xml"/><Relationship Id="rId68" Type="http://schemas.openxmlformats.org/officeDocument/2006/relationships/tags" Target="../tags/tag179.xml"/><Relationship Id="rId67" Type="http://schemas.openxmlformats.org/officeDocument/2006/relationships/tags" Target="../tags/tag178.xml"/><Relationship Id="rId66" Type="http://schemas.openxmlformats.org/officeDocument/2006/relationships/tags" Target="../tags/tag177.xml"/><Relationship Id="rId65" Type="http://schemas.openxmlformats.org/officeDocument/2006/relationships/tags" Target="../tags/tag176.xml"/><Relationship Id="rId64" Type="http://schemas.openxmlformats.org/officeDocument/2006/relationships/tags" Target="../tags/tag175.xml"/><Relationship Id="rId63" Type="http://schemas.openxmlformats.org/officeDocument/2006/relationships/tags" Target="../tags/tag174.xml"/><Relationship Id="rId62" Type="http://schemas.openxmlformats.org/officeDocument/2006/relationships/tags" Target="../tags/tag173.xml"/><Relationship Id="rId61" Type="http://schemas.openxmlformats.org/officeDocument/2006/relationships/tags" Target="../tags/tag172.xml"/><Relationship Id="rId60" Type="http://schemas.openxmlformats.org/officeDocument/2006/relationships/tags" Target="../tags/tag171.xml"/><Relationship Id="rId6" Type="http://schemas.openxmlformats.org/officeDocument/2006/relationships/tags" Target="../tags/tag117.xml"/><Relationship Id="rId59" Type="http://schemas.openxmlformats.org/officeDocument/2006/relationships/tags" Target="../tags/tag170.xml"/><Relationship Id="rId58" Type="http://schemas.openxmlformats.org/officeDocument/2006/relationships/tags" Target="../tags/tag169.xml"/><Relationship Id="rId57" Type="http://schemas.openxmlformats.org/officeDocument/2006/relationships/tags" Target="../tags/tag168.xml"/><Relationship Id="rId56" Type="http://schemas.openxmlformats.org/officeDocument/2006/relationships/tags" Target="../tags/tag167.xml"/><Relationship Id="rId55" Type="http://schemas.openxmlformats.org/officeDocument/2006/relationships/tags" Target="../tags/tag166.xml"/><Relationship Id="rId54" Type="http://schemas.openxmlformats.org/officeDocument/2006/relationships/tags" Target="../tags/tag165.xml"/><Relationship Id="rId53" Type="http://schemas.openxmlformats.org/officeDocument/2006/relationships/tags" Target="../tags/tag164.xml"/><Relationship Id="rId52" Type="http://schemas.openxmlformats.org/officeDocument/2006/relationships/tags" Target="../tags/tag163.xml"/><Relationship Id="rId51" Type="http://schemas.openxmlformats.org/officeDocument/2006/relationships/tags" Target="../tags/tag162.xml"/><Relationship Id="rId50" Type="http://schemas.openxmlformats.org/officeDocument/2006/relationships/tags" Target="../tags/tag161.xml"/><Relationship Id="rId5" Type="http://schemas.openxmlformats.org/officeDocument/2006/relationships/tags" Target="../tags/tag116.xml"/><Relationship Id="rId49" Type="http://schemas.openxmlformats.org/officeDocument/2006/relationships/tags" Target="../tags/tag160.xml"/><Relationship Id="rId48" Type="http://schemas.openxmlformats.org/officeDocument/2006/relationships/tags" Target="../tags/tag159.xml"/><Relationship Id="rId47" Type="http://schemas.openxmlformats.org/officeDocument/2006/relationships/tags" Target="../tags/tag158.xml"/><Relationship Id="rId46" Type="http://schemas.openxmlformats.org/officeDocument/2006/relationships/tags" Target="../tags/tag157.xml"/><Relationship Id="rId45" Type="http://schemas.openxmlformats.org/officeDocument/2006/relationships/tags" Target="../tags/tag156.xml"/><Relationship Id="rId44" Type="http://schemas.openxmlformats.org/officeDocument/2006/relationships/tags" Target="../tags/tag155.xml"/><Relationship Id="rId43" Type="http://schemas.openxmlformats.org/officeDocument/2006/relationships/tags" Target="../tags/tag154.xml"/><Relationship Id="rId42" Type="http://schemas.openxmlformats.org/officeDocument/2006/relationships/tags" Target="../tags/tag153.xml"/><Relationship Id="rId41" Type="http://schemas.openxmlformats.org/officeDocument/2006/relationships/tags" Target="../tags/tag152.xml"/><Relationship Id="rId40" Type="http://schemas.openxmlformats.org/officeDocument/2006/relationships/tags" Target="../tags/tag151.xml"/><Relationship Id="rId4" Type="http://schemas.openxmlformats.org/officeDocument/2006/relationships/tags" Target="../tags/tag115.xml"/><Relationship Id="rId39" Type="http://schemas.openxmlformats.org/officeDocument/2006/relationships/tags" Target="../tags/tag150.xml"/><Relationship Id="rId38" Type="http://schemas.openxmlformats.org/officeDocument/2006/relationships/tags" Target="../tags/tag149.xml"/><Relationship Id="rId37" Type="http://schemas.openxmlformats.org/officeDocument/2006/relationships/tags" Target="../tags/tag148.xml"/><Relationship Id="rId36" Type="http://schemas.openxmlformats.org/officeDocument/2006/relationships/tags" Target="../tags/tag147.xml"/><Relationship Id="rId35" Type="http://schemas.openxmlformats.org/officeDocument/2006/relationships/tags" Target="../tags/tag146.xml"/><Relationship Id="rId34" Type="http://schemas.openxmlformats.org/officeDocument/2006/relationships/tags" Target="../tags/tag145.xml"/><Relationship Id="rId33" Type="http://schemas.openxmlformats.org/officeDocument/2006/relationships/tags" Target="../tags/tag144.xml"/><Relationship Id="rId32" Type="http://schemas.openxmlformats.org/officeDocument/2006/relationships/tags" Target="../tags/tag143.xml"/><Relationship Id="rId31" Type="http://schemas.openxmlformats.org/officeDocument/2006/relationships/tags" Target="../tags/tag142.xml"/><Relationship Id="rId30" Type="http://schemas.openxmlformats.org/officeDocument/2006/relationships/tags" Target="../tags/tag141.xml"/><Relationship Id="rId3" Type="http://schemas.openxmlformats.org/officeDocument/2006/relationships/tags" Target="../tags/tag114.xml"/><Relationship Id="rId29" Type="http://schemas.openxmlformats.org/officeDocument/2006/relationships/tags" Target="../tags/tag140.xml"/><Relationship Id="rId28" Type="http://schemas.openxmlformats.org/officeDocument/2006/relationships/tags" Target="../tags/tag139.xml"/><Relationship Id="rId27" Type="http://schemas.openxmlformats.org/officeDocument/2006/relationships/tags" Target="../tags/tag138.xml"/><Relationship Id="rId26" Type="http://schemas.openxmlformats.org/officeDocument/2006/relationships/tags" Target="../tags/tag137.xml"/><Relationship Id="rId25" Type="http://schemas.openxmlformats.org/officeDocument/2006/relationships/tags" Target="../tags/tag136.xml"/><Relationship Id="rId24" Type="http://schemas.openxmlformats.org/officeDocument/2006/relationships/tags" Target="../tags/tag135.xml"/><Relationship Id="rId23" Type="http://schemas.openxmlformats.org/officeDocument/2006/relationships/tags" Target="../tags/tag134.xml"/><Relationship Id="rId22" Type="http://schemas.openxmlformats.org/officeDocument/2006/relationships/tags" Target="../tags/tag133.xml"/><Relationship Id="rId21" Type="http://schemas.openxmlformats.org/officeDocument/2006/relationships/tags" Target="../tags/tag132.xml"/><Relationship Id="rId20" Type="http://schemas.openxmlformats.org/officeDocument/2006/relationships/tags" Target="../tags/tag131.xml"/><Relationship Id="rId2" Type="http://schemas.openxmlformats.org/officeDocument/2006/relationships/tags" Target="../tags/tag113.xml"/><Relationship Id="rId193" Type="http://schemas.openxmlformats.org/officeDocument/2006/relationships/tags" Target="../tags/tag304.xml"/><Relationship Id="rId192" Type="http://schemas.openxmlformats.org/officeDocument/2006/relationships/tags" Target="../tags/tag303.xml"/><Relationship Id="rId191" Type="http://schemas.openxmlformats.org/officeDocument/2006/relationships/tags" Target="../tags/tag302.xml"/><Relationship Id="rId190" Type="http://schemas.openxmlformats.org/officeDocument/2006/relationships/tags" Target="../tags/tag301.xml"/><Relationship Id="rId19" Type="http://schemas.openxmlformats.org/officeDocument/2006/relationships/tags" Target="../tags/tag130.xml"/><Relationship Id="rId189" Type="http://schemas.openxmlformats.org/officeDocument/2006/relationships/tags" Target="../tags/tag300.xml"/><Relationship Id="rId188" Type="http://schemas.openxmlformats.org/officeDocument/2006/relationships/tags" Target="../tags/tag299.xml"/><Relationship Id="rId187" Type="http://schemas.openxmlformats.org/officeDocument/2006/relationships/tags" Target="../tags/tag298.xml"/><Relationship Id="rId186" Type="http://schemas.openxmlformats.org/officeDocument/2006/relationships/tags" Target="../tags/tag297.xml"/><Relationship Id="rId185" Type="http://schemas.openxmlformats.org/officeDocument/2006/relationships/tags" Target="../tags/tag296.xml"/><Relationship Id="rId184" Type="http://schemas.openxmlformats.org/officeDocument/2006/relationships/tags" Target="../tags/tag295.xml"/><Relationship Id="rId183" Type="http://schemas.openxmlformats.org/officeDocument/2006/relationships/tags" Target="../tags/tag294.xml"/><Relationship Id="rId182" Type="http://schemas.openxmlformats.org/officeDocument/2006/relationships/tags" Target="../tags/tag293.xml"/><Relationship Id="rId181" Type="http://schemas.openxmlformats.org/officeDocument/2006/relationships/tags" Target="../tags/tag292.xml"/><Relationship Id="rId180" Type="http://schemas.openxmlformats.org/officeDocument/2006/relationships/tags" Target="../tags/tag291.xml"/><Relationship Id="rId18" Type="http://schemas.openxmlformats.org/officeDocument/2006/relationships/tags" Target="../tags/tag129.xml"/><Relationship Id="rId179" Type="http://schemas.openxmlformats.org/officeDocument/2006/relationships/tags" Target="../tags/tag290.xml"/><Relationship Id="rId178" Type="http://schemas.openxmlformats.org/officeDocument/2006/relationships/tags" Target="../tags/tag289.xml"/><Relationship Id="rId177" Type="http://schemas.openxmlformats.org/officeDocument/2006/relationships/tags" Target="../tags/tag288.xml"/><Relationship Id="rId176" Type="http://schemas.openxmlformats.org/officeDocument/2006/relationships/tags" Target="../tags/tag287.xml"/><Relationship Id="rId175" Type="http://schemas.openxmlformats.org/officeDocument/2006/relationships/tags" Target="../tags/tag286.xml"/><Relationship Id="rId174" Type="http://schemas.openxmlformats.org/officeDocument/2006/relationships/tags" Target="../tags/tag285.xml"/><Relationship Id="rId173" Type="http://schemas.openxmlformats.org/officeDocument/2006/relationships/tags" Target="../tags/tag284.xml"/><Relationship Id="rId172" Type="http://schemas.openxmlformats.org/officeDocument/2006/relationships/tags" Target="../tags/tag283.xml"/><Relationship Id="rId171" Type="http://schemas.openxmlformats.org/officeDocument/2006/relationships/tags" Target="../tags/tag282.xml"/><Relationship Id="rId170" Type="http://schemas.openxmlformats.org/officeDocument/2006/relationships/tags" Target="../tags/tag281.xml"/><Relationship Id="rId17" Type="http://schemas.openxmlformats.org/officeDocument/2006/relationships/tags" Target="../tags/tag128.xml"/><Relationship Id="rId169" Type="http://schemas.openxmlformats.org/officeDocument/2006/relationships/tags" Target="../tags/tag280.xml"/><Relationship Id="rId168" Type="http://schemas.openxmlformats.org/officeDocument/2006/relationships/tags" Target="../tags/tag279.xml"/><Relationship Id="rId167" Type="http://schemas.openxmlformats.org/officeDocument/2006/relationships/tags" Target="../tags/tag278.xml"/><Relationship Id="rId166" Type="http://schemas.openxmlformats.org/officeDocument/2006/relationships/tags" Target="../tags/tag277.xml"/><Relationship Id="rId165" Type="http://schemas.openxmlformats.org/officeDocument/2006/relationships/tags" Target="../tags/tag276.xml"/><Relationship Id="rId164" Type="http://schemas.openxmlformats.org/officeDocument/2006/relationships/tags" Target="../tags/tag275.xml"/><Relationship Id="rId163" Type="http://schemas.openxmlformats.org/officeDocument/2006/relationships/tags" Target="../tags/tag274.xml"/><Relationship Id="rId162" Type="http://schemas.openxmlformats.org/officeDocument/2006/relationships/tags" Target="../tags/tag273.xml"/><Relationship Id="rId161" Type="http://schemas.openxmlformats.org/officeDocument/2006/relationships/tags" Target="../tags/tag272.xml"/><Relationship Id="rId160" Type="http://schemas.openxmlformats.org/officeDocument/2006/relationships/tags" Target="../tags/tag271.xml"/><Relationship Id="rId16" Type="http://schemas.openxmlformats.org/officeDocument/2006/relationships/tags" Target="../tags/tag127.xml"/><Relationship Id="rId159" Type="http://schemas.openxmlformats.org/officeDocument/2006/relationships/tags" Target="../tags/tag270.xml"/><Relationship Id="rId158" Type="http://schemas.openxmlformats.org/officeDocument/2006/relationships/tags" Target="../tags/tag269.xml"/><Relationship Id="rId157" Type="http://schemas.openxmlformats.org/officeDocument/2006/relationships/tags" Target="../tags/tag268.xml"/><Relationship Id="rId156" Type="http://schemas.openxmlformats.org/officeDocument/2006/relationships/tags" Target="../tags/tag267.xml"/><Relationship Id="rId155" Type="http://schemas.openxmlformats.org/officeDocument/2006/relationships/tags" Target="../tags/tag266.xml"/><Relationship Id="rId154" Type="http://schemas.openxmlformats.org/officeDocument/2006/relationships/tags" Target="../tags/tag265.xml"/><Relationship Id="rId153" Type="http://schemas.openxmlformats.org/officeDocument/2006/relationships/tags" Target="../tags/tag264.xml"/><Relationship Id="rId152" Type="http://schemas.openxmlformats.org/officeDocument/2006/relationships/tags" Target="../tags/tag263.xml"/><Relationship Id="rId151" Type="http://schemas.openxmlformats.org/officeDocument/2006/relationships/tags" Target="../tags/tag262.xml"/><Relationship Id="rId150" Type="http://schemas.openxmlformats.org/officeDocument/2006/relationships/tags" Target="../tags/tag261.xml"/><Relationship Id="rId15" Type="http://schemas.openxmlformats.org/officeDocument/2006/relationships/tags" Target="../tags/tag126.xml"/><Relationship Id="rId149" Type="http://schemas.openxmlformats.org/officeDocument/2006/relationships/tags" Target="../tags/tag260.xml"/><Relationship Id="rId148" Type="http://schemas.openxmlformats.org/officeDocument/2006/relationships/tags" Target="../tags/tag259.xml"/><Relationship Id="rId147" Type="http://schemas.openxmlformats.org/officeDocument/2006/relationships/tags" Target="../tags/tag258.xml"/><Relationship Id="rId146" Type="http://schemas.openxmlformats.org/officeDocument/2006/relationships/tags" Target="../tags/tag257.xml"/><Relationship Id="rId145" Type="http://schemas.openxmlformats.org/officeDocument/2006/relationships/tags" Target="../tags/tag256.xml"/><Relationship Id="rId144" Type="http://schemas.openxmlformats.org/officeDocument/2006/relationships/tags" Target="../tags/tag255.xml"/><Relationship Id="rId143" Type="http://schemas.openxmlformats.org/officeDocument/2006/relationships/tags" Target="../tags/tag254.xml"/><Relationship Id="rId142" Type="http://schemas.openxmlformats.org/officeDocument/2006/relationships/tags" Target="../tags/tag253.xml"/><Relationship Id="rId141" Type="http://schemas.openxmlformats.org/officeDocument/2006/relationships/tags" Target="../tags/tag252.xml"/><Relationship Id="rId140" Type="http://schemas.openxmlformats.org/officeDocument/2006/relationships/tags" Target="../tags/tag251.xml"/><Relationship Id="rId14" Type="http://schemas.openxmlformats.org/officeDocument/2006/relationships/tags" Target="../tags/tag125.xml"/><Relationship Id="rId139" Type="http://schemas.openxmlformats.org/officeDocument/2006/relationships/tags" Target="../tags/tag250.xml"/><Relationship Id="rId138" Type="http://schemas.openxmlformats.org/officeDocument/2006/relationships/tags" Target="../tags/tag249.xml"/><Relationship Id="rId137" Type="http://schemas.openxmlformats.org/officeDocument/2006/relationships/tags" Target="../tags/tag248.xml"/><Relationship Id="rId136" Type="http://schemas.openxmlformats.org/officeDocument/2006/relationships/tags" Target="../tags/tag247.xml"/><Relationship Id="rId135" Type="http://schemas.openxmlformats.org/officeDocument/2006/relationships/tags" Target="../tags/tag246.xml"/><Relationship Id="rId134" Type="http://schemas.openxmlformats.org/officeDocument/2006/relationships/tags" Target="../tags/tag245.xml"/><Relationship Id="rId133" Type="http://schemas.openxmlformats.org/officeDocument/2006/relationships/tags" Target="../tags/tag244.xml"/><Relationship Id="rId132" Type="http://schemas.openxmlformats.org/officeDocument/2006/relationships/tags" Target="../tags/tag243.xml"/><Relationship Id="rId131" Type="http://schemas.openxmlformats.org/officeDocument/2006/relationships/tags" Target="../tags/tag242.xml"/><Relationship Id="rId130" Type="http://schemas.openxmlformats.org/officeDocument/2006/relationships/tags" Target="../tags/tag241.xml"/><Relationship Id="rId13" Type="http://schemas.openxmlformats.org/officeDocument/2006/relationships/tags" Target="../tags/tag124.xml"/><Relationship Id="rId129" Type="http://schemas.openxmlformats.org/officeDocument/2006/relationships/tags" Target="../tags/tag240.xml"/><Relationship Id="rId128" Type="http://schemas.openxmlformats.org/officeDocument/2006/relationships/tags" Target="../tags/tag239.xml"/><Relationship Id="rId127" Type="http://schemas.openxmlformats.org/officeDocument/2006/relationships/tags" Target="../tags/tag238.xml"/><Relationship Id="rId126" Type="http://schemas.openxmlformats.org/officeDocument/2006/relationships/tags" Target="../tags/tag237.xml"/><Relationship Id="rId125" Type="http://schemas.openxmlformats.org/officeDocument/2006/relationships/tags" Target="../tags/tag236.xml"/><Relationship Id="rId124" Type="http://schemas.openxmlformats.org/officeDocument/2006/relationships/tags" Target="../tags/tag235.xml"/><Relationship Id="rId123" Type="http://schemas.openxmlformats.org/officeDocument/2006/relationships/tags" Target="../tags/tag234.xml"/><Relationship Id="rId122" Type="http://schemas.openxmlformats.org/officeDocument/2006/relationships/tags" Target="../tags/tag233.xml"/><Relationship Id="rId121" Type="http://schemas.openxmlformats.org/officeDocument/2006/relationships/tags" Target="../tags/tag232.xml"/><Relationship Id="rId120" Type="http://schemas.openxmlformats.org/officeDocument/2006/relationships/tags" Target="../tags/tag231.xml"/><Relationship Id="rId12" Type="http://schemas.openxmlformats.org/officeDocument/2006/relationships/tags" Target="../tags/tag123.xml"/><Relationship Id="rId119" Type="http://schemas.openxmlformats.org/officeDocument/2006/relationships/tags" Target="../tags/tag230.xml"/><Relationship Id="rId118" Type="http://schemas.openxmlformats.org/officeDocument/2006/relationships/tags" Target="../tags/tag229.xml"/><Relationship Id="rId117" Type="http://schemas.openxmlformats.org/officeDocument/2006/relationships/tags" Target="../tags/tag228.xml"/><Relationship Id="rId116" Type="http://schemas.openxmlformats.org/officeDocument/2006/relationships/tags" Target="../tags/tag227.xml"/><Relationship Id="rId115" Type="http://schemas.openxmlformats.org/officeDocument/2006/relationships/tags" Target="../tags/tag226.xml"/><Relationship Id="rId114" Type="http://schemas.openxmlformats.org/officeDocument/2006/relationships/tags" Target="../tags/tag225.xml"/><Relationship Id="rId113" Type="http://schemas.openxmlformats.org/officeDocument/2006/relationships/tags" Target="../tags/tag224.xml"/><Relationship Id="rId112" Type="http://schemas.openxmlformats.org/officeDocument/2006/relationships/tags" Target="../tags/tag223.xml"/><Relationship Id="rId111" Type="http://schemas.openxmlformats.org/officeDocument/2006/relationships/tags" Target="../tags/tag222.xml"/><Relationship Id="rId110" Type="http://schemas.openxmlformats.org/officeDocument/2006/relationships/tags" Target="../tags/tag221.xml"/><Relationship Id="rId11" Type="http://schemas.openxmlformats.org/officeDocument/2006/relationships/tags" Target="../tags/tag122.xml"/><Relationship Id="rId109" Type="http://schemas.openxmlformats.org/officeDocument/2006/relationships/tags" Target="../tags/tag220.xml"/><Relationship Id="rId108" Type="http://schemas.openxmlformats.org/officeDocument/2006/relationships/tags" Target="../tags/tag219.xml"/><Relationship Id="rId107" Type="http://schemas.openxmlformats.org/officeDocument/2006/relationships/tags" Target="../tags/tag218.xml"/><Relationship Id="rId106" Type="http://schemas.openxmlformats.org/officeDocument/2006/relationships/tags" Target="../tags/tag217.xml"/><Relationship Id="rId105" Type="http://schemas.openxmlformats.org/officeDocument/2006/relationships/tags" Target="../tags/tag216.xml"/><Relationship Id="rId104" Type="http://schemas.openxmlformats.org/officeDocument/2006/relationships/tags" Target="../tags/tag215.xml"/><Relationship Id="rId103" Type="http://schemas.openxmlformats.org/officeDocument/2006/relationships/tags" Target="../tags/tag214.xml"/><Relationship Id="rId102" Type="http://schemas.openxmlformats.org/officeDocument/2006/relationships/tags" Target="../tags/tag213.xml"/><Relationship Id="rId101" Type="http://schemas.openxmlformats.org/officeDocument/2006/relationships/tags" Target="../tags/tag212.xml"/><Relationship Id="rId100" Type="http://schemas.openxmlformats.org/officeDocument/2006/relationships/tags" Target="../tags/tag211.xml"/><Relationship Id="rId10" Type="http://schemas.openxmlformats.org/officeDocument/2006/relationships/tags" Target="../tags/tag12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307.xml"/><Relationship Id="rId3" Type="http://schemas.openxmlformats.org/officeDocument/2006/relationships/tags" Target="../tags/tag306.xml"/><Relationship Id="rId2" Type="http://schemas.openxmlformats.org/officeDocument/2006/relationships/tags" Target="../tags/tag30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314.xml"/><Relationship Id="rId8" Type="http://schemas.openxmlformats.org/officeDocument/2006/relationships/image" Target="../media/image1.png"/><Relationship Id="rId7" Type="http://schemas.openxmlformats.org/officeDocument/2006/relationships/tags" Target="../tags/tag313.xml"/><Relationship Id="rId6" Type="http://schemas.openxmlformats.org/officeDocument/2006/relationships/tags" Target="../tags/tag312.xml"/><Relationship Id="rId5" Type="http://schemas.openxmlformats.org/officeDocument/2006/relationships/tags" Target="../tags/tag311.xml"/><Relationship Id="rId4" Type="http://schemas.openxmlformats.org/officeDocument/2006/relationships/tags" Target="../tags/tag310.xml"/><Relationship Id="rId3" Type="http://schemas.openxmlformats.org/officeDocument/2006/relationships/tags" Target="../tags/tag309.xml"/><Relationship Id="rId2" Type="http://schemas.openxmlformats.org/officeDocument/2006/relationships/tags" Target="../tags/tag308.xml"/><Relationship Id="rId13" Type="http://schemas.openxmlformats.org/officeDocument/2006/relationships/tags" Target="../tags/tag316.xml"/><Relationship Id="rId12" Type="http://schemas.openxmlformats.org/officeDocument/2006/relationships/image" Target="../media/image3.png"/><Relationship Id="rId11" Type="http://schemas.openxmlformats.org/officeDocument/2006/relationships/tags" Target="../tags/tag315.xml"/><Relationship Id="rId10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320.xml"/><Relationship Id="rId4" Type="http://schemas.openxmlformats.org/officeDocument/2006/relationships/tags" Target="../tags/tag319.xml"/><Relationship Id="rId3" Type="http://schemas.openxmlformats.org/officeDocument/2006/relationships/tags" Target="../tags/tag318.xml"/><Relationship Id="rId2" Type="http://schemas.openxmlformats.org/officeDocument/2006/relationships/tags" Target="../tags/tag317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7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10972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6" hasCustomPrompt="1"/>
            <p:custDataLst>
              <p:tags r:id="rId14"/>
            </p:custDataLst>
          </p:nvPr>
        </p:nvSpPr>
        <p:spPr>
          <a:xfrm>
            <a:off x="609600" y="2997200"/>
            <a:ext cx="51816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7" hasCustomPrompt="1"/>
            <p:custDataLst>
              <p:tags r:id="rId15"/>
            </p:custDataLst>
          </p:nvPr>
        </p:nvSpPr>
        <p:spPr>
          <a:xfrm>
            <a:off x="609600" y="3556000"/>
            <a:ext cx="51816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6"/>
            </p:custDataLst>
          </p:nvPr>
        </p:nvSpPr>
        <p:spPr>
          <a:xfrm>
            <a:off x="6400800" y="2997200"/>
            <a:ext cx="51816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7"/>
            </p:custDataLst>
          </p:nvPr>
        </p:nvSpPr>
        <p:spPr>
          <a:xfrm>
            <a:off x="6400800" y="3556000"/>
            <a:ext cx="51816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3_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10972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t>单击此处添加标题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idx="16386" hasCustomPrompt="1"/>
            <p:custDataLst>
              <p:tags r:id="rId14"/>
            </p:custDataLst>
          </p:nvPr>
        </p:nvSpPr>
        <p:spPr>
          <a:xfrm>
            <a:off x="609600" y="1524000"/>
            <a:ext cx="345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2" hasCustomPrompt="1"/>
            <p:custDataLst>
              <p:tags r:id="rId15"/>
            </p:custDataLst>
          </p:nvPr>
        </p:nvSpPr>
        <p:spPr>
          <a:xfrm>
            <a:off x="609600" y="2082800"/>
            <a:ext cx="3454400" cy="4165600"/>
          </a:xfrm>
          <a:custGeom>
            <a:avLst/>
            <a:gdLst>
              <a:gd name="connisteX0" fmla="*/ 0 w 3454400"/>
              <a:gd name="connsiteY0" fmla="*/ 203200 h 4165600"/>
              <a:gd name="connisteX1" fmla="*/ 203200 w 3454400"/>
              <a:gd name="connsiteY1" fmla="*/ 0 h 4165600"/>
              <a:gd name="connisteX2" fmla="*/ 3251200 w 3454400"/>
              <a:gd name="connsiteY2" fmla="*/ 0 h 4165600"/>
              <a:gd name="connisteX3" fmla="*/ 3454400 w 3454400"/>
              <a:gd name="connsiteY3" fmla="*/ 203200 h 4165600"/>
              <a:gd name="connisteX4" fmla="*/ 3454400 w 3454400"/>
              <a:gd name="connsiteY4" fmla="*/ 3962400 h 4165600"/>
              <a:gd name="connisteX5" fmla="*/ 3251200 w 3454400"/>
              <a:gd name="connsiteY5" fmla="*/ 4165600 h 4165600"/>
              <a:gd name="connisteX6" fmla="*/ 203200 w 3454400"/>
              <a:gd name="connsiteY6" fmla="*/ 4165600 h 4165600"/>
              <a:gd name="connisteX7" fmla="*/ 0 w 3454400"/>
              <a:gd name="connsiteY7" fmla="*/ 3962400 h 4165600"/>
              <a:gd name="connisteX8" fmla="*/ 0 w 34544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62400"/>
                </a:lnTo>
                <a:cubicBezTo>
                  <a:pt x="3454400" y="4074624"/>
                  <a:pt x="3363424" y="4165600"/>
                  <a:pt x="32512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7" hasCustomPrompt="1"/>
            <p:custDataLst>
              <p:tags r:id="rId16"/>
            </p:custDataLst>
          </p:nvPr>
        </p:nvSpPr>
        <p:spPr>
          <a:xfrm>
            <a:off x="914400" y="2336800"/>
            <a:ext cx="2844800" cy="3657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8" hasCustomPrompt="1"/>
            <p:custDataLst>
              <p:tags r:id="rId17"/>
            </p:custDataLst>
          </p:nvPr>
        </p:nvSpPr>
        <p:spPr>
          <a:xfrm>
            <a:off x="4368800" y="1524000"/>
            <a:ext cx="345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4368800" y="2082800"/>
            <a:ext cx="3454400" cy="4165600"/>
          </a:xfrm>
          <a:custGeom>
            <a:avLst/>
            <a:gdLst>
              <a:gd name="connisteX0" fmla="*/ 0 w 3454400"/>
              <a:gd name="connsiteY0" fmla="*/ 203200 h 4165600"/>
              <a:gd name="connisteX1" fmla="*/ 203200 w 3454400"/>
              <a:gd name="connsiteY1" fmla="*/ 0 h 4165600"/>
              <a:gd name="connisteX2" fmla="*/ 3251200 w 3454400"/>
              <a:gd name="connsiteY2" fmla="*/ 0 h 4165600"/>
              <a:gd name="connisteX3" fmla="*/ 3454400 w 3454400"/>
              <a:gd name="connsiteY3" fmla="*/ 203200 h 4165600"/>
              <a:gd name="connisteX4" fmla="*/ 3454400 w 3454400"/>
              <a:gd name="connsiteY4" fmla="*/ 3962400 h 4165600"/>
              <a:gd name="connisteX5" fmla="*/ 3251200 w 3454400"/>
              <a:gd name="connsiteY5" fmla="*/ 4165600 h 4165600"/>
              <a:gd name="connisteX6" fmla="*/ 203200 w 3454400"/>
              <a:gd name="connsiteY6" fmla="*/ 4165600 h 4165600"/>
              <a:gd name="connisteX7" fmla="*/ 0 w 3454400"/>
              <a:gd name="connsiteY7" fmla="*/ 3962400 h 4165600"/>
              <a:gd name="connisteX8" fmla="*/ 0 w 34544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62400"/>
                </a:lnTo>
                <a:cubicBezTo>
                  <a:pt x="3454400" y="4074624"/>
                  <a:pt x="3363424" y="4165600"/>
                  <a:pt x="32512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9"/>
            </p:custDataLst>
          </p:nvPr>
        </p:nvSpPr>
        <p:spPr>
          <a:xfrm>
            <a:off x="4673600" y="2336800"/>
            <a:ext cx="2844800" cy="3657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20"/>
            </p:custDataLst>
          </p:nvPr>
        </p:nvSpPr>
        <p:spPr>
          <a:xfrm>
            <a:off x="8128000" y="1524000"/>
            <a:ext cx="345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394" hasCustomPrompt="1"/>
            <p:custDataLst>
              <p:tags r:id="rId21"/>
            </p:custDataLst>
          </p:nvPr>
        </p:nvSpPr>
        <p:spPr>
          <a:xfrm>
            <a:off x="8128000" y="2082800"/>
            <a:ext cx="3454400" cy="4165600"/>
          </a:xfrm>
          <a:custGeom>
            <a:avLst/>
            <a:gdLst>
              <a:gd name="connisteX0" fmla="*/ 0 w 3454400"/>
              <a:gd name="connsiteY0" fmla="*/ 203200 h 4165600"/>
              <a:gd name="connisteX1" fmla="*/ 203200 w 3454400"/>
              <a:gd name="connsiteY1" fmla="*/ 0 h 4165600"/>
              <a:gd name="connisteX2" fmla="*/ 3251200 w 3454400"/>
              <a:gd name="connsiteY2" fmla="*/ 0 h 4165600"/>
              <a:gd name="connisteX3" fmla="*/ 3454400 w 3454400"/>
              <a:gd name="connsiteY3" fmla="*/ 203200 h 4165600"/>
              <a:gd name="connisteX4" fmla="*/ 3454400 w 3454400"/>
              <a:gd name="connsiteY4" fmla="*/ 3962400 h 4165600"/>
              <a:gd name="connisteX5" fmla="*/ 3251200 w 3454400"/>
              <a:gd name="connsiteY5" fmla="*/ 4165600 h 4165600"/>
              <a:gd name="connisteX6" fmla="*/ 203200 w 3454400"/>
              <a:gd name="connsiteY6" fmla="*/ 4165600 h 4165600"/>
              <a:gd name="connisteX7" fmla="*/ 0 w 3454400"/>
              <a:gd name="connsiteY7" fmla="*/ 3962400 h 4165600"/>
              <a:gd name="connisteX8" fmla="*/ 0 w 34544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62400"/>
                </a:lnTo>
                <a:cubicBezTo>
                  <a:pt x="3454400" y="4074624"/>
                  <a:pt x="3363424" y="4165600"/>
                  <a:pt x="32512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1" hasCustomPrompt="1"/>
            <p:custDataLst>
              <p:tags r:id="rId22"/>
            </p:custDataLst>
          </p:nvPr>
        </p:nvSpPr>
        <p:spPr>
          <a:xfrm>
            <a:off x="8432800" y="2336800"/>
            <a:ext cx="2844800" cy="3657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4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10972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装饰  5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609600" y="2133600"/>
            <a:ext cx="5334000" cy="3505200"/>
          </a:xfrm>
          <a:custGeom>
            <a:avLst/>
            <a:gdLst>
              <a:gd name="connisteX0" fmla="*/ 0 w 5334000"/>
              <a:gd name="connsiteY0" fmla="*/ 203200 h 3505200"/>
              <a:gd name="connisteX1" fmla="*/ 203200 w 5334000"/>
              <a:gd name="connsiteY1" fmla="*/ 0 h 3505200"/>
              <a:gd name="connisteX2" fmla="*/ 5130800 w 5334000"/>
              <a:gd name="connsiteY2" fmla="*/ 0 h 3505200"/>
              <a:gd name="connisteX3" fmla="*/ 5334000 w 5334000"/>
              <a:gd name="connsiteY3" fmla="*/ 203200 h 3505200"/>
              <a:gd name="connisteX4" fmla="*/ 5334000 w 5334000"/>
              <a:gd name="connsiteY4" fmla="*/ 3302000 h 3505200"/>
              <a:gd name="connisteX5" fmla="*/ 5130800 w 5334000"/>
              <a:gd name="connsiteY5" fmla="*/ 3505200 h 3505200"/>
              <a:gd name="connisteX6" fmla="*/ 203200 w 5334000"/>
              <a:gd name="connsiteY6" fmla="*/ 3505200 h 3505200"/>
              <a:gd name="connisteX7" fmla="*/ 0 w 5334000"/>
              <a:gd name="connsiteY7" fmla="*/ 3302000 h 3505200"/>
              <a:gd name="connisteX8" fmla="*/ 0 w 5334000"/>
              <a:gd name="connsiteY8" fmla="*/ 203200 h 3505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350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302000"/>
                </a:lnTo>
                <a:cubicBezTo>
                  <a:pt x="5334000" y="3414224"/>
                  <a:pt x="5243024" y="3505200"/>
                  <a:pt x="5130800" y="3505200"/>
                </a:cubicBezTo>
                <a:lnTo>
                  <a:pt x="203200" y="3505200"/>
                </a:lnTo>
                <a:cubicBezTo>
                  <a:pt x="90976" y="3505200"/>
                  <a:pt x="0" y="3414224"/>
                  <a:pt x="0" y="3302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6" hasCustomPrompt="1"/>
            <p:custDataLst>
              <p:tags r:id="rId15"/>
            </p:custDataLst>
          </p:nvPr>
        </p:nvSpPr>
        <p:spPr>
          <a:xfrm>
            <a:off x="914400" y="29972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7" hasCustomPrompt="1"/>
            <p:custDataLst>
              <p:tags r:id="rId16"/>
            </p:custDataLst>
          </p:nvPr>
        </p:nvSpPr>
        <p:spPr>
          <a:xfrm>
            <a:off x="914400" y="3556000"/>
            <a:ext cx="47244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6248400" y="2133600"/>
            <a:ext cx="5334000" cy="3505200"/>
          </a:xfrm>
          <a:custGeom>
            <a:avLst/>
            <a:gdLst>
              <a:gd name="connisteX0" fmla="*/ 0 w 5334000"/>
              <a:gd name="connsiteY0" fmla="*/ 203200 h 3505200"/>
              <a:gd name="connisteX1" fmla="*/ 203200 w 5334000"/>
              <a:gd name="connsiteY1" fmla="*/ 0 h 3505200"/>
              <a:gd name="connisteX2" fmla="*/ 5130800 w 5334000"/>
              <a:gd name="connsiteY2" fmla="*/ 0 h 3505200"/>
              <a:gd name="connisteX3" fmla="*/ 5334000 w 5334000"/>
              <a:gd name="connsiteY3" fmla="*/ 203200 h 3505200"/>
              <a:gd name="connisteX4" fmla="*/ 5334000 w 5334000"/>
              <a:gd name="connsiteY4" fmla="*/ 3302000 h 3505200"/>
              <a:gd name="connisteX5" fmla="*/ 5130800 w 5334000"/>
              <a:gd name="connsiteY5" fmla="*/ 3505200 h 3505200"/>
              <a:gd name="connisteX6" fmla="*/ 203200 w 5334000"/>
              <a:gd name="connsiteY6" fmla="*/ 3505200 h 3505200"/>
              <a:gd name="connisteX7" fmla="*/ 0 w 5334000"/>
              <a:gd name="connsiteY7" fmla="*/ 3302000 h 3505200"/>
              <a:gd name="connisteX8" fmla="*/ 0 w 5334000"/>
              <a:gd name="connsiteY8" fmla="*/ 203200 h 3505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350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302000"/>
                </a:lnTo>
                <a:cubicBezTo>
                  <a:pt x="5334000" y="3414224"/>
                  <a:pt x="5243024" y="3505200"/>
                  <a:pt x="5130800" y="3505200"/>
                </a:cubicBezTo>
                <a:lnTo>
                  <a:pt x="203200" y="3505200"/>
                </a:lnTo>
                <a:cubicBezTo>
                  <a:pt x="90976" y="3505200"/>
                  <a:pt x="0" y="3414224"/>
                  <a:pt x="0" y="3302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88" hasCustomPrompt="1"/>
            <p:custDataLst>
              <p:tags r:id="rId18"/>
            </p:custDataLst>
          </p:nvPr>
        </p:nvSpPr>
        <p:spPr>
          <a:xfrm>
            <a:off x="6553200" y="29972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9"/>
            </p:custDataLst>
          </p:nvPr>
        </p:nvSpPr>
        <p:spPr>
          <a:xfrm>
            <a:off x="6553200" y="3556000"/>
            <a:ext cx="47244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4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3429000" cy="548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装饰  5"/>
          <p:cNvSpPr>
            <a:spLocks noGrp="1"/>
          </p:cNvSpPr>
          <p:nvPr>
            <p:ph type="body" idx="16387" hasCustomPrompt="1"/>
            <p:custDataLst>
              <p:tags r:id="rId14"/>
            </p:custDataLst>
          </p:nvPr>
        </p:nvSpPr>
        <p:spPr>
          <a:xfrm>
            <a:off x="4648200" y="609600"/>
            <a:ext cx="6934200" cy="5638800"/>
          </a:xfrm>
          <a:custGeom>
            <a:avLst/>
            <a:gdLst>
              <a:gd name="connisteX0" fmla="*/ 0 w 6934200"/>
              <a:gd name="connsiteY0" fmla="*/ 203200 h 5638800"/>
              <a:gd name="connisteX1" fmla="*/ 203200 w 6934200"/>
              <a:gd name="connsiteY1" fmla="*/ 0 h 5638800"/>
              <a:gd name="connisteX2" fmla="*/ 6731000 w 6934200"/>
              <a:gd name="connsiteY2" fmla="*/ 0 h 5638800"/>
              <a:gd name="connisteX3" fmla="*/ 6934200 w 6934200"/>
              <a:gd name="connsiteY3" fmla="*/ 203200 h 5638800"/>
              <a:gd name="connisteX4" fmla="*/ 6934200 w 6934200"/>
              <a:gd name="connsiteY4" fmla="*/ 5435600 h 5638800"/>
              <a:gd name="connisteX5" fmla="*/ 6731000 w 6934200"/>
              <a:gd name="connsiteY5" fmla="*/ 5638800 h 5638800"/>
              <a:gd name="connisteX6" fmla="*/ 203200 w 6934200"/>
              <a:gd name="connsiteY6" fmla="*/ 5638800 h 5638800"/>
              <a:gd name="connisteX7" fmla="*/ 0 w 6934200"/>
              <a:gd name="connsiteY7" fmla="*/ 5435600 h 5638800"/>
              <a:gd name="connisteX8" fmla="*/ 0 w 69342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9342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731000" y="0"/>
                </a:lnTo>
                <a:cubicBezTo>
                  <a:pt x="6843224" y="0"/>
                  <a:pt x="6934200" y="90976"/>
                  <a:pt x="6934200" y="203200"/>
                </a:cubicBezTo>
                <a:lnTo>
                  <a:pt x="6934200" y="5435600"/>
                </a:lnTo>
                <a:cubicBezTo>
                  <a:pt x="6934200" y="5547824"/>
                  <a:pt x="6843224" y="5638800"/>
                  <a:pt x="67310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6" hasCustomPrompt="1"/>
            <p:custDataLst>
              <p:tags r:id="rId15"/>
            </p:custDataLst>
          </p:nvPr>
        </p:nvSpPr>
        <p:spPr>
          <a:xfrm>
            <a:off x="5054600" y="1143000"/>
            <a:ext cx="6121400" cy="45720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705600" y="533400"/>
            <a:ext cx="48768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内容占位符 15"/>
          <p:cNvSpPr>
            <a:spLocks noGrp="1"/>
          </p:cNvSpPr>
          <p:nvPr>
            <p:ph idx="16392" hasCustomPrompt="1"/>
            <p:custDataLst>
              <p:tags r:id="rId14"/>
            </p:custDataLst>
          </p:nvPr>
        </p:nvSpPr>
        <p:spPr>
          <a:xfrm>
            <a:off x="609600" y="609600"/>
            <a:ext cx="5486400" cy="5638800"/>
          </a:xfrm>
          <a:custGeom>
            <a:avLst/>
            <a:gdLst>
              <a:gd name="connisteX0" fmla="*/ 0 w 5486400"/>
              <a:gd name="connsiteY0" fmla="*/ 203200 h 5638800"/>
              <a:gd name="connisteX1" fmla="*/ 203200 w 5486400"/>
              <a:gd name="connsiteY1" fmla="*/ 0 h 5638800"/>
              <a:gd name="connisteX2" fmla="*/ 5283200 w 5486400"/>
              <a:gd name="connsiteY2" fmla="*/ 0 h 5638800"/>
              <a:gd name="connisteX3" fmla="*/ 5486400 w 5486400"/>
              <a:gd name="connsiteY3" fmla="*/ 203200 h 5638800"/>
              <a:gd name="connisteX4" fmla="*/ 5486400 w 5486400"/>
              <a:gd name="connsiteY4" fmla="*/ 5435600 h 5638800"/>
              <a:gd name="connisteX5" fmla="*/ 5283200 w 5486400"/>
              <a:gd name="connsiteY5" fmla="*/ 5638800 h 5638800"/>
              <a:gd name="connisteX6" fmla="*/ 203200 w 5486400"/>
              <a:gd name="connsiteY6" fmla="*/ 5638800 h 5638800"/>
              <a:gd name="connisteX7" fmla="*/ 0 w 5486400"/>
              <a:gd name="connsiteY7" fmla="*/ 5435600 h 5638800"/>
              <a:gd name="connisteX8" fmla="*/ 0 w 54864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5435600"/>
                </a:lnTo>
                <a:cubicBezTo>
                  <a:pt x="5486400" y="5547824"/>
                  <a:pt x="5395424" y="5638800"/>
                  <a:pt x="52832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6705600" y="22860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6" hasCustomPrompt="1"/>
            <p:custDataLst>
              <p:tags r:id="rId16"/>
            </p:custDataLst>
          </p:nvPr>
        </p:nvSpPr>
        <p:spPr>
          <a:xfrm>
            <a:off x="6858000" y="22860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7" hasCustomPrompt="1"/>
            <p:custDataLst>
              <p:tags r:id="rId17"/>
            </p:custDataLst>
          </p:nvPr>
        </p:nvSpPr>
        <p:spPr>
          <a:xfrm>
            <a:off x="6858000" y="27940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4" hasCustomPrompt="1"/>
            <p:custDataLst>
              <p:tags r:id="rId18"/>
            </p:custDataLst>
          </p:nvPr>
        </p:nvSpPr>
        <p:spPr>
          <a:xfrm>
            <a:off x="6705600" y="3708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8" hasCustomPrompt="1"/>
            <p:custDataLst>
              <p:tags r:id="rId19"/>
            </p:custDataLst>
          </p:nvPr>
        </p:nvSpPr>
        <p:spPr>
          <a:xfrm>
            <a:off x="6858000" y="37084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89" hasCustomPrompt="1"/>
            <p:custDataLst>
              <p:tags r:id="rId20"/>
            </p:custDataLst>
          </p:nvPr>
        </p:nvSpPr>
        <p:spPr>
          <a:xfrm>
            <a:off x="6858000" y="42164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395" hasCustomPrompt="1"/>
            <p:custDataLst>
              <p:tags r:id="rId21"/>
            </p:custDataLst>
          </p:nvPr>
        </p:nvSpPr>
        <p:spPr>
          <a:xfrm>
            <a:off x="6705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0" hasCustomPrompt="1"/>
            <p:custDataLst>
              <p:tags r:id="rId22"/>
            </p:custDataLst>
          </p:nvPr>
        </p:nvSpPr>
        <p:spPr>
          <a:xfrm>
            <a:off x="6858000" y="51308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1" hasCustomPrompt="1"/>
            <p:custDataLst>
              <p:tags r:id="rId23"/>
            </p:custDataLst>
          </p:nvPr>
        </p:nvSpPr>
        <p:spPr>
          <a:xfrm>
            <a:off x="6858000" y="56388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48768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内容占位符 15"/>
          <p:cNvSpPr>
            <a:spLocks noGrp="1"/>
          </p:cNvSpPr>
          <p:nvPr>
            <p:ph idx="16392" hasCustomPrompt="1"/>
            <p:custDataLst>
              <p:tags r:id="rId14"/>
            </p:custDataLst>
          </p:nvPr>
        </p:nvSpPr>
        <p:spPr>
          <a:xfrm>
            <a:off x="6096000" y="609600"/>
            <a:ext cx="5486400" cy="5638800"/>
          </a:xfrm>
          <a:custGeom>
            <a:avLst/>
            <a:gdLst>
              <a:gd name="connisteX0" fmla="*/ 0 w 5486400"/>
              <a:gd name="connsiteY0" fmla="*/ 0 h 5638800"/>
              <a:gd name="connisteX1" fmla="*/ 5486400 w 5486400"/>
              <a:gd name="connsiteY1" fmla="*/ 0 h 5638800"/>
              <a:gd name="connisteX2" fmla="*/ 5486400 w 5486400"/>
              <a:gd name="connsiteY2" fmla="*/ 5638800 h 5638800"/>
              <a:gd name="connisteX3" fmla="*/ 0 w 5486400"/>
              <a:gd name="connsiteY3" fmla="*/ 5638800 h 5638800"/>
              <a:gd name="connisteX4" fmla="*/ 0 w 5486400"/>
              <a:gd name="connsiteY4" fmla="*/ 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5486400" h="5638800">
                <a:moveTo>
                  <a:pt x="0" y="0"/>
                </a:moveTo>
                <a:lnTo>
                  <a:pt x="5486400" y="0"/>
                </a:lnTo>
                <a:lnTo>
                  <a:pt x="5486400" y="5638800"/>
                </a:lnTo>
                <a:lnTo>
                  <a:pt x="0" y="5638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609600" y="22860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6" hasCustomPrompt="1"/>
            <p:custDataLst>
              <p:tags r:id="rId16"/>
            </p:custDataLst>
          </p:nvPr>
        </p:nvSpPr>
        <p:spPr>
          <a:xfrm>
            <a:off x="762000" y="22860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7" hasCustomPrompt="1"/>
            <p:custDataLst>
              <p:tags r:id="rId17"/>
            </p:custDataLst>
          </p:nvPr>
        </p:nvSpPr>
        <p:spPr>
          <a:xfrm>
            <a:off x="762000" y="27940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4" hasCustomPrompt="1"/>
            <p:custDataLst>
              <p:tags r:id="rId18"/>
            </p:custDataLst>
          </p:nvPr>
        </p:nvSpPr>
        <p:spPr>
          <a:xfrm>
            <a:off x="609600" y="3708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8" hasCustomPrompt="1"/>
            <p:custDataLst>
              <p:tags r:id="rId19"/>
            </p:custDataLst>
          </p:nvPr>
        </p:nvSpPr>
        <p:spPr>
          <a:xfrm>
            <a:off x="762000" y="37084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89" hasCustomPrompt="1"/>
            <p:custDataLst>
              <p:tags r:id="rId20"/>
            </p:custDataLst>
          </p:nvPr>
        </p:nvSpPr>
        <p:spPr>
          <a:xfrm>
            <a:off x="762000" y="42164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395" hasCustomPrompt="1"/>
            <p:custDataLst>
              <p:tags r:id="rId21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0" hasCustomPrompt="1"/>
            <p:custDataLst>
              <p:tags r:id="rId22"/>
            </p:custDataLst>
          </p:nvPr>
        </p:nvSpPr>
        <p:spPr>
          <a:xfrm>
            <a:off x="762000" y="51308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1" hasCustomPrompt="1"/>
            <p:custDataLst>
              <p:tags r:id="rId23"/>
            </p:custDataLst>
          </p:nvPr>
        </p:nvSpPr>
        <p:spPr>
          <a:xfrm>
            <a:off x="762000" y="56388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6_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10972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装饰  5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609600" y="1524000"/>
            <a:ext cx="7416800" cy="2209800"/>
          </a:xfrm>
          <a:custGeom>
            <a:avLst/>
            <a:gdLst>
              <a:gd name="connisteX0" fmla="*/ 0 w 7416800"/>
              <a:gd name="connsiteY0" fmla="*/ 203200 h 2209800"/>
              <a:gd name="connisteX1" fmla="*/ 203200 w 7416800"/>
              <a:gd name="connsiteY1" fmla="*/ 0 h 2209800"/>
              <a:gd name="connisteX2" fmla="*/ 7416800 w 7416800"/>
              <a:gd name="connsiteY2" fmla="*/ 0 h 2209800"/>
              <a:gd name="connisteX3" fmla="*/ 7416800 w 7416800"/>
              <a:gd name="connsiteY3" fmla="*/ 2209800 h 2209800"/>
              <a:gd name="connisteX4" fmla="*/ 203200 w 7416800"/>
              <a:gd name="connsiteY4" fmla="*/ 2209800 h 2209800"/>
              <a:gd name="connisteX5" fmla="*/ 0 w 7416800"/>
              <a:gd name="connsiteY5" fmla="*/ 2006600 h 2209800"/>
              <a:gd name="connisteX6" fmla="*/ 0 w 74168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416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416800" y="0"/>
                </a:lnTo>
                <a:lnTo>
                  <a:pt x="74168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1" hasCustomPrompt="1"/>
            <p:custDataLst>
              <p:tags r:id="rId15"/>
            </p:custDataLst>
          </p:nvPr>
        </p:nvSpPr>
        <p:spPr>
          <a:xfrm>
            <a:off x="8026400" y="1524000"/>
            <a:ext cx="3556000" cy="2209800"/>
          </a:xfrm>
          <a:custGeom>
            <a:avLst/>
            <a:gdLst>
              <a:gd name="connisteX0" fmla="*/ 0 w 3556000"/>
              <a:gd name="connsiteY0" fmla="*/ 0 h 2209800"/>
              <a:gd name="connisteX1" fmla="*/ 3352800 w 3556000"/>
              <a:gd name="connsiteY1" fmla="*/ 0 h 2209800"/>
              <a:gd name="connisteX2" fmla="*/ 3556000 w 3556000"/>
              <a:gd name="connsiteY2" fmla="*/ 203200 h 2209800"/>
              <a:gd name="connisteX3" fmla="*/ 3556000 w 3556000"/>
              <a:gd name="connsiteY3" fmla="*/ 2006600 h 2209800"/>
              <a:gd name="connisteX4" fmla="*/ 3352800 w 3556000"/>
              <a:gd name="connsiteY4" fmla="*/ 2209800 h 2209800"/>
              <a:gd name="connisteX5" fmla="*/ 0 w 3556000"/>
              <a:gd name="connsiteY5" fmla="*/ 2209800 h 2209800"/>
              <a:gd name="connisteX6" fmla="*/ 0 w 3556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2209800">
                <a:moveTo>
                  <a:pt x="0" y="0"/>
                </a:moveTo>
                <a:lnTo>
                  <a:pt x="3352800" y="0"/>
                </a:lnTo>
                <a:cubicBezTo>
                  <a:pt x="3465024" y="0"/>
                  <a:pt x="3556000" y="90976"/>
                  <a:pt x="3556000" y="203200"/>
                </a:cubicBezTo>
                <a:lnTo>
                  <a:pt x="3556000" y="2006600"/>
                </a:lnTo>
                <a:cubicBezTo>
                  <a:pt x="3556000" y="2118824"/>
                  <a:pt x="3465024" y="2209800"/>
                  <a:pt x="3352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6" hasCustomPrompt="1"/>
            <p:custDataLst>
              <p:tags r:id="rId16"/>
            </p:custDataLst>
          </p:nvPr>
        </p:nvSpPr>
        <p:spPr>
          <a:xfrm>
            <a:off x="914400" y="1892300"/>
            <a:ext cx="68072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7" hasCustomPrompt="1"/>
            <p:custDataLst>
              <p:tags r:id="rId17"/>
            </p:custDataLst>
          </p:nvPr>
        </p:nvSpPr>
        <p:spPr>
          <a:xfrm>
            <a:off x="914400" y="2451100"/>
            <a:ext cx="6807200" cy="914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2" hasCustomPrompt="1"/>
            <p:custDataLst>
              <p:tags r:id="rId18"/>
            </p:custDataLst>
          </p:nvPr>
        </p:nvSpPr>
        <p:spPr>
          <a:xfrm>
            <a:off x="4165600" y="4038600"/>
            <a:ext cx="7416800" cy="2209800"/>
          </a:xfrm>
          <a:custGeom>
            <a:avLst/>
            <a:gdLst>
              <a:gd name="connisteX0" fmla="*/ 0 w 7416800"/>
              <a:gd name="connsiteY0" fmla="*/ 0 h 2209800"/>
              <a:gd name="connisteX1" fmla="*/ 7213600 w 7416800"/>
              <a:gd name="connsiteY1" fmla="*/ 0 h 2209800"/>
              <a:gd name="connisteX2" fmla="*/ 7416800 w 7416800"/>
              <a:gd name="connsiteY2" fmla="*/ 203200 h 2209800"/>
              <a:gd name="connisteX3" fmla="*/ 7416800 w 7416800"/>
              <a:gd name="connsiteY3" fmla="*/ 2006600 h 2209800"/>
              <a:gd name="connisteX4" fmla="*/ 7213600 w 7416800"/>
              <a:gd name="connsiteY4" fmla="*/ 2209800 h 2209800"/>
              <a:gd name="connisteX5" fmla="*/ 0 w 7416800"/>
              <a:gd name="connsiteY5" fmla="*/ 2209800 h 2209800"/>
              <a:gd name="connisteX6" fmla="*/ 0 w 74168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416800" h="2209800">
                <a:moveTo>
                  <a:pt x="0" y="0"/>
                </a:moveTo>
                <a:lnTo>
                  <a:pt x="7213600" y="0"/>
                </a:lnTo>
                <a:cubicBezTo>
                  <a:pt x="7325824" y="0"/>
                  <a:pt x="7416800" y="90976"/>
                  <a:pt x="7416800" y="203200"/>
                </a:cubicBezTo>
                <a:lnTo>
                  <a:pt x="7416800" y="2006600"/>
                </a:lnTo>
                <a:cubicBezTo>
                  <a:pt x="7416800" y="2118824"/>
                  <a:pt x="7325824" y="2209800"/>
                  <a:pt x="7213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3" hasCustomPrompt="1"/>
            <p:custDataLst>
              <p:tags r:id="rId19"/>
            </p:custDataLst>
          </p:nvPr>
        </p:nvSpPr>
        <p:spPr>
          <a:xfrm>
            <a:off x="609600" y="4038600"/>
            <a:ext cx="3556000" cy="2209800"/>
          </a:xfrm>
          <a:custGeom>
            <a:avLst/>
            <a:gdLst>
              <a:gd name="connisteX0" fmla="*/ 0 w 3556000"/>
              <a:gd name="connsiteY0" fmla="*/ 203200 h 2209800"/>
              <a:gd name="connisteX1" fmla="*/ 203200 w 3556000"/>
              <a:gd name="connsiteY1" fmla="*/ 0 h 2209800"/>
              <a:gd name="connisteX2" fmla="*/ 3556000 w 3556000"/>
              <a:gd name="connsiteY2" fmla="*/ 0 h 2209800"/>
              <a:gd name="connisteX3" fmla="*/ 3556000 w 3556000"/>
              <a:gd name="connsiteY3" fmla="*/ 2209800 h 2209800"/>
              <a:gd name="connisteX4" fmla="*/ 203200 w 3556000"/>
              <a:gd name="connsiteY4" fmla="*/ 2209800 h 2209800"/>
              <a:gd name="connisteX5" fmla="*/ 0 w 3556000"/>
              <a:gd name="connsiteY5" fmla="*/ 2006600 h 2209800"/>
              <a:gd name="connisteX6" fmla="*/ 0 w 3556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556000" y="0"/>
                </a:lnTo>
                <a:lnTo>
                  <a:pt x="3556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88" hasCustomPrompt="1"/>
            <p:custDataLst>
              <p:tags r:id="rId20"/>
            </p:custDataLst>
          </p:nvPr>
        </p:nvSpPr>
        <p:spPr>
          <a:xfrm>
            <a:off x="4470400" y="4406900"/>
            <a:ext cx="68072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89" hasCustomPrompt="1"/>
            <p:custDataLst>
              <p:tags r:id="rId21"/>
            </p:custDataLst>
          </p:nvPr>
        </p:nvSpPr>
        <p:spPr>
          <a:xfrm>
            <a:off x="4470400" y="4965700"/>
            <a:ext cx="6807200" cy="914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组 235"/>
          <p:cNvGrpSpPr/>
          <p:nvPr userDrawn="1"/>
        </p:nvGrpSpPr>
        <p:grpSpPr>
          <a:xfrm>
            <a:off x="-1087482" y="-1169336"/>
            <a:ext cx="14366963" cy="9196672"/>
            <a:chOff x="-1517189" y="-871840"/>
            <a:chExt cx="14366963" cy="9196672"/>
          </a:xfrm>
          <a:solidFill>
            <a:schemeClr val="bg1">
              <a:alpha val="10000"/>
            </a:schemeClr>
          </a:solidFill>
        </p:grpSpPr>
        <p:sp>
          <p:nvSpPr>
            <p:cNvPr id="8" name="Freeform 7"/>
            <p:cNvSpPr>
              <a:spLocks noEditPoints="1"/>
            </p:cNvSpPr>
            <p:nvPr userDrawn="1">
              <p:custDataLst>
                <p:tags r:id="rId7"/>
              </p:custDataLst>
            </p:nvPr>
          </p:nvSpPr>
          <p:spPr bwMode="auto">
            <a:xfrm rot="20132266">
              <a:off x="3204672" y="5259246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" name="Freeform 9"/>
            <p:cNvSpPr>
              <a:spLocks noEditPoints="1"/>
            </p:cNvSpPr>
            <p:nvPr userDrawn="1">
              <p:custDataLst>
                <p:tags r:id="rId8"/>
              </p:custDataLst>
            </p:nvPr>
          </p:nvSpPr>
          <p:spPr bwMode="auto">
            <a:xfrm>
              <a:off x="3276077" y="3086935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10" name="组 18"/>
            <p:cNvGrpSpPr/>
            <p:nvPr userDrawn="1"/>
          </p:nvGrpSpPr>
          <p:grpSpPr>
            <a:xfrm rot="1396810">
              <a:off x="5439148" y="3364452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227" name="Freeform 13"/>
              <p:cNvSpPr>
                <a:spLocks noEditPoint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6130130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8" name="Freeform 14"/>
              <p:cNvSpPr/>
              <p:nvPr userDrawn="1">
                <p:custDataLst>
                  <p:tags r:id="rId10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9" name="Freeform 15"/>
              <p:cNvSpPr/>
              <p:nvPr userDrawn="1">
                <p:custDataLst>
                  <p:tags r:id="rId11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30" name="Freeform 17"/>
              <p:cNvSpPr>
                <a:spLocks noEditPoint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1" name="Freeform 19"/>
            <p:cNvSpPr>
              <a:spLocks noEditPoints="1"/>
            </p:cNvSpPr>
            <p:nvPr userDrawn="1">
              <p:custDataLst>
                <p:tags r:id="rId13"/>
              </p:custDataLst>
            </p:nvPr>
          </p:nvSpPr>
          <p:spPr bwMode="auto">
            <a:xfrm rot="1363540">
              <a:off x="8673100" y="723488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" name="Freeform 20"/>
            <p:cNvSpPr/>
            <p:nvPr userDrawn="1">
              <p:custDataLst>
                <p:tags r:id="rId14"/>
              </p:custDataLst>
            </p:nvPr>
          </p:nvSpPr>
          <p:spPr bwMode="auto">
            <a:xfrm rot="20253209">
              <a:off x="4644944" y="4409600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13" name="组合 12"/>
            <p:cNvGrpSpPr/>
            <p:nvPr userDrawn="1"/>
          </p:nvGrpSpPr>
          <p:grpSpPr>
            <a:xfrm rot="2116298">
              <a:off x="5097308" y="5328957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222" name="Freeform 5"/>
              <p:cNvSpPr/>
              <p:nvPr userDrawn="1">
                <p:custDataLst>
                  <p:tags r:id="rId15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3" name="Freeform 6"/>
              <p:cNvSpPr/>
              <p:nvPr userDrawn="1">
                <p:custDataLst>
                  <p:tags r:id="rId16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4" name="Freeform 7"/>
              <p:cNvSpPr/>
              <p:nvPr userDrawn="1">
                <p:custDataLst>
                  <p:tags r:id="rId17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5" name="Freeform 8"/>
              <p:cNvSpPr/>
              <p:nvPr userDrawn="1">
                <p:custDataLst>
                  <p:tags r:id="rId18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6" name="Freeform 9"/>
              <p:cNvSpPr/>
              <p:nvPr userDrawn="1">
                <p:custDataLst>
                  <p:tags r:id="rId19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4" name="组合 13"/>
            <p:cNvGrpSpPr/>
            <p:nvPr userDrawn="1"/>
          </p:nvGrpSpPr>
          <p:grpSpPr>
            <a:xfrm rot="19680185">
              <a:off x="2669841" y="4499503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220" name="Freeform 26"/>
              <p:cNvSpPr>
                <a:spLocks noEditPoints="1"/>
              </p:cNvSpPr>
              <p:nvPr userDrawn="1">
                <p:custDataLst>
                  <p:tags r:id="rId20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1" name="Freeform 27"/>
              <p:cNvSpPr/>
              <p:nvPr userDrawn="1">
                <p:custDataLst>
                  <p:tags r:id="rId21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5" name="Freeform 29"/>
            <p:cNvSpPr>
              <a:spLocks noEditPoints="1"/>
            </p:cNvSpPr>
            <p:nvPr userDrawn="1">
              <p:custDataLst>
                <p:tags r:id="rId22"/>
              </p:custDataLst>
            </p:nvPr>
          </p:nvSpPr>
          <p:spPr bwMode="auto">
            <a:xfrm>
              <a:off x="4567724" y="3130391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" name="Freeform 5"/>
            <p:cNvSpPr>
              <a:spLocks noEditPoints="1"/>
            </p:cNvSpPr>
            <p:nvPr userDrawn="1">
              <p:custDataLst>
                <p:tags r:id="rId23"/>
              </p:custDataLst>
            </p:nvPr>
          </p:nvSpPr>
          <p:spPr bwMode="auto">
            <a:xfrm rot="1264384">
              <a:off x="3800465" y="6382321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17" name="组合 16"/>
            <p:cNvGrpSpPr/>
            <p:nvPr userDrawn="1"/>
          </p:nvGrpSpPr>
          <p:grpSpPr>
            <a:xfrm rot="1013132">
              <a:off x="2506793" y="6413812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213" name="Freeform 12"/>
              <p:cNvSpPr>
                <a:spLocks noEditPoints="1"/>
              </p:cNvSpPr>
              <p:nvPr userDrawn="1">
                <p:custDataLst>
                  <p:tags r:id="rId24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4" name="Freeform 13"/>
              <p:cNvSpPr/>
              <p:nvPr userDrawn="1">
                <p:custDataLst>
                  <p:tags r:id="rId25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5" name="Freeform 14"/>
              <p:cNvSpPr/>
              <p:nvPr userDrawn="1">
                <p:custDataLst>
                  <p:tags r:id="rId26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6" name="Freeform 15"/>
              <p:cNvSpPr/>
              <p:nvPr userDrawn="1">
                <p:custDataLst>
                  <p:tags r:id="rId27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7" name="Freeform 16"/>
              <p:cNvSpPr/>
              <p:nvPr userDrawn="1">
                <p:custDataLst>
                  <p:tags r:id="rId28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8" name="Freeform 17"/>
              <p:cNvSpPr/>
              <p:nvPr userDrawn="1">
                <p:custDataLst>
                  <p:tags r:id="rId29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9" name="Freeform 18"/>
              <p:cNvSpPr/>
              <p:nvPr userDrawn="1">
                <p:custDataLst>
                  <p:tags r:id="rId30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8" name="组合 17"/>
            <p:cNvGrpSpPr/>
            <p:nvPr userDrawn="1"/>
          </p:nvGrpSpPr>
          <p:grpSpPr>
            <a:xfrm>
              <a:off x="6063218" y="3624642"/>
              <a:ext cx="1301704" cy="1299270"/>
              <a:chOff x="6262690" y="5170488"/>
              <a:chExt cx="1697038" cy="1693863"/>
            </a:xfrm>
            <a:grpFill/>
          </p:grpSpPr>
          <p:sp>
            <p:nvSpPr>
              <p:cNvPr id="211" name="Freeform 19"/>
              <p:cNvSpPr>
                <a:spLocks noEditPoints="1"/>
              </p:cNvSpPr>
              <p:nvPr userDrawn="1">
                <p:custDataLst>
                  <p:tags r:id="rId31"/>
                </p:custDataLst>
              </p:nvPr>
            </p:nvSpPr>
            <p:spPr bwMode="auto">
              <a:xfrm>
                <a:off x="6262690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2" name="Freeform 20"/>
              <p:cNvSpPr/>
              <p:nvPr userDrawn="1">
                <p:custDataLst>
                  <p:tags r:id="rId32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9" name="Freeform 7"/>
            <p:cNvSpPr>
              <a:spLocks noEditPoints="1"/>
            </p:cNvSpPr>
            <p:nvPr userDrawn="1">
              <p:custDataLst>
                <p:tags r:id="rId33"/>
              </p:custDataLst>
            </p:nvPr>
          </p:nvSpPr>
          <p:spPr bwMode="auto">
            <a:xfrm rot="20132266">
              <a:off x="-1257123" y="4798205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" name="Freeform 9"/>
            <p:cNvSpPr>
              <a:spLocks noEditPoints="1"/>
            </p:cNvSpPr>
            <p:nvPr userDrawn="1">
              <p:custDataLst>
                <p:tags r:id="rId34"/>
              </p:custDataLst>
            </p:nvPr>
          </p:nvSpPr>
          <p:spPr bwMode="auto">
            <a:xfrm>
              <a:off x="-491355" y="2831662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21" name="组 45"/>
            <p:cNvGrpSpPr/>
            <p:nvPr userDrawn="1"/>
          </p:nvGrpSpPr>
          <p:grpSpPr>
            <a:xfrm rot="1396810">
              <a:off x="998952" y="3722131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207" name="Freeform 13"/>
              <p:cNvSpPr>
                <a:spLocks noEditPoints="1"/>
              </p:cNvSpPr>
              <p:nvPr userDrawn="1">
                <p:custDataLst>
                  <p:tags r:id="rId35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8" name="Freeform 14"/>
              <p:cNvSpPr/>
              <p:nvPr userDrawn="1">
                <p:custDataLst>
                  <p:tags r:id="rId36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9" name="Freeform 15"/>
              <p:cNvSpPr/>
              <p:nvPr userDrawn="1">
                <p:custDataLst>
                  <p:tags r:id="rId37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0" name="Freeform 17"/>
              <p:cNvSpPr>
                <a:spLocks noEditPoints="1"/>
              </p:cNvSpPr>
              <p:nvPr userDrawn="1">
                <p:custDataLst>
                  <p:tags r:id="rId38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22" name="Freeform 19"/>
            <p:cNvSpPr>
              <a:spLocks noEditPoints="1"/>
            </p:cNvSpPr>
            <p:nvPr userDrawn="1">
              <p:custDataLst>
                <p:tags r:id="rId39"/>
              </p:custDataLst>
            </p:nvPr>
          </p:nvSpPr>
          <p:spPr bwMode="auto">
            <a:xfrm rot="1363540">
              <a:off x="337564" y="5792830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" name="Freeform 20"/>
            <p:cNvSpPr/>
            <p:nvPr userDrawn="1">
              <p:custDataLst>
                <p:tags r:id="rId40"/>
              </p:custDataLst>
            </p:nvPr>
          </p:nvSpPr>
          <p:spPr bwMode="auto">
            <a:xfrm rot="20253209">
              <a:off x="158920" y="4485610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24" name="组合 23"/>
            <p:cNvGrpSpPr/>
            <p:nvPr userDrawn="1"/>
          </p:nvGrpSpPr>
          <p:grpSpPr>
            <a:xfrm rot="2116298">
              <a:off x="1231243" y="5128617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202" name="Freeform 5"/>
              <p:cNvSpPr/>
              <p:nvPr userDrawn="1">
                <p:custDataLst>
                  <p:tags r:id="rId41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3" name="Freeform 6"/>
              <p:cNvSpPr/>
              <p:nvPr userDrawn="1">
                <p:custDataLst>
                  <p:tags r:id="rId42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4" name="Freeform 7"/>
              <p:cNvSpPr/>
              <p:nvPr userDrawn="1">
                <p:custDataLst>
                  <p:tags r:id="rId43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5" name="Freeform 8"/>
              <p:cNvSpPr/>
              <p:nvPr userDrawn="1">
                <p:custDataLst>
                  <p:tags r:id="rId44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6" name="Freeform 9"/>
              <p:cNvSpPr/>
              <p:nvPr userDrawn="1">
                <p:custDataLst>
                  <p:tags r:id="rId45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25" name="组合 24"/>
            <p:cNvGrpSpPr/>
            <p:nvPr userDrawn="1"/>
          </p:nvGrpSpPr>
          <p:grpSpPr>
            <a:xfrm rot="19680185">
              <a:off x="-1517189" y="3803033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200" name="Freeform 26"/>
              <p:cNvSpPr>
                <a:spLocks noEditPoints="1"/>
              </p:cNvSpPr>
              <p:nvPr userDrawn="1">
                <p:custDataLst>
                  <p:tags r:id="rId46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1" name="Freeform 27"/>
              <p:cNvSpPr/>
              <p:nvPr userDrawn="1">
                <p:custDataLst>
                  <p:tags r:id="rId47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26" name="Freeform 29"/>
            <p:cNvSpPr>
              <a:spLocks noEditPoints="1"/>
            </p:cNvSpPr>
            <p:nvPr userDrawn="1">
              <p:custDataLst>
                <p:tags r:id="rId48"/>
              </p:custDataLst>
            </p:nvPr>
          </p:nvSpPr>
          <p:spPr bwMode="auto">
            <a:xfrm>
              <a:off x="760976" y="2751525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" name="Freeform 5"/>
            <p:cNvSpPr>
              <a:spLocks noEditPoints="1"/>
            </p:cNvSpPr>
            <p:nvPr userDrawn="1">
              <p:custDataLst>
                <p:tags r:id="rId49"/>
              </p:custDataLst>
            </p:nvPr>
          </p:nvSpPr>
          <p:spPr bwMode="auto">
            <a:xfrm rot="1264384">
              <a:off x="1983280" y="5686214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28" name="组合 27"/>
            <p:cNvGrpSpPr/>
            <p:nvPr userDrawn="1"/>
          </p:nvGrpSpPr>
          <p:grpSpPr>
            <a:xfrm rot="1013132">
              <a:off x="1601368" y="4438604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93" name="Freeform 12"/>
              <p:cNvSpPr>
                <a:spLocks noEditPoints="1"/>
              </p:cNvSpPr>
              <p:nvPr userDrawn="1">
                <p:custDataLst>
                  <p:tags r:id="rId50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4" name="Freeform 13"/>
              <p:cNvSpPr/>
              <p:nvPr userDrawn="1">
                <p:custDataLst>
                  <p:tags r:id="rId51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5" name="Freeform 14"/>
              <p:cNvSpPr/>
              <p:nvPr userDrawn="1">
                <p:custDataLst>
                  <p:tags r:id="rId52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6" name="Freeform 15"/>
              <p:cNvSpPr/>
              <p:nvPr userDrawn="1">
                <p:custDataLst>
                  <p:tags r:id="rId53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7" name="Freeform 16"/>
              <p:cNvSpPr/>
              <p:nvPr userDrawn="1">
                <p:custDataLst>
                  <p:tags r:id="rId54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8" name="Freeform 17"/>
              <p:cNvSpPr/>
              <p:nvPr userDrawn="1">
                <p:custDataLst>
                  <p:tags r:id="rId55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9" name="Freeform 18"/>
              <p:cNvSpPr/>
              <p:nvPr userDrawn="1">
                <p:custDataLst>
                  <p:tags r:id="rId56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29" name="组合 28"/>
            <p:cNvGrpSpPr/>
            <p:nvPr userDrawn="1"/>
          </p:nvGrpSpPr>
          <p:grpSpPr>
            <a:xfrm>
              <a:off x="1798258" y="2947826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91" name="Freeform 19"/>
              <p:cNvSpPr>
                <a:spLocks noEditPoints="1"/>
              </p:cNvSpPr>
              <p:nvPr userDrawn="1">
                <p:custDataLst>
                  <p:tags r:id="rId57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2" name="Freeform 20"/>
              <p:cNvSpPr/>
              <p:nvPr userDrawn="1">
                <p:custDataLst>
                  <p:tags r:id="rId58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30" name="Freeform 7"/>
            <p:cNvSpPr>
              <a:spLocks noEditPoints="1"/>
            </p:cNvSpPr>
            <p:nvPr userDrawn="1">
              <p:custDataLst>
                <p:tags r:id="rId59"/>
              </p:custDataLst>
            </p:nvPr>
          </p:nvSpPr>
          <p:spPr bwMode="auto">
            <a:xfrm rot="21538996">
              <a:off x="7150383" y="5764310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1" name="Freeform 9"/>
            <p:cNvSpPr>
              <a:spLocks noEditPoints="1"/>
            </p:cNvSpPr>
            <p:nvPr userDrawn="1">
              <p:custDataLst>
                <p:tags r:id="rId60"/>
              </p:custDataLst>
            </p:nvPr>
          </p:nvSpPr>
          <p:spPr bwMode="auto">
            <a:xfrm rot="1406730">
              <a:off x="8537771" y="4215104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32" name="组 77"/>
            <p:cNvGrpSpPr/>
            <p:nvPr userDrawn="1"/>
          </p:nvGrpSpPr>
          <p:grpSpPr>
            <a:xfrm rot="2803540">
              <a:off x="9511163" y="5451183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187" name="Freeform 13"/>
              <p:cNvSpPr>
                <a:spLocks noEditPoints="1"/>
              </p:cNvSpPr>
              <p:nvPr userDrawn="1">
                <p:custDataLst>
                  <p:tags r:id="rId61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8" name="Freeform 14"/>
              <p:cNvSpPr/>
              <p:nvPr userDrawn="1">
                <p:custDataLst>
                  <p:tags r:id="rId62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9" name="Freeform 15"/>
              <p:cNvSpPr/>
              <p:nvPr userDrawn="1">
                <p:custDataLst>
                  <p:tags r:id="rId63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0" name="Freeform 17"/>
              <p:cNvSpPr>
                <a:spLocks noEditPoints="1"/>
              </p:cNvSpPr>
              <p:nvPr userDrawn="1">
                <p:custDataLst>
                  <p:tags r:id="rId64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33" name="Freeform 19"/>
            <p:cNvSpPr>
              <a:spLocks noEditPoints="1"/>
            </p:cNvSpPr>
            <p:nvPr userDrawn="1">
              <p:custDataLst>
                <p:tags r:id="rId65"/>
              </p:custDataLst>
            </p:nvPr>
          </p:nvSpPr>
          <p:spPr bwMode="auto">
            <a:xfrm rot="2770270">
              <a:off x="8355392" y="7325895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4" name="Freeform 20"/>
            <p:cNvSpPr/>
            <p:nvPr userDrawn="1">
              <p:custDataLst>
                <p:tags r:id="rId66"/>
              </p:custDataLst>
            </p:nvPr>
          </p:nvSpPr>
          <p:spPr bwMode="auto">
            <a:xfrm rot="59939">
              <a:off x="8625447" y="5843013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35" name="组合 34"/>
            <p:cNvGrpSpPr/>
            <p:nvPr userDrawn="1"/>
          </p:nvGrpSpPr>
          <p:grpSpPr>
            <a:xfrm rot="3523028">
              <a:off x="9384746" y="6959689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182" name="Freeform 5"/>
              <p:cNvSpPr/>
              <p:nvPr userDrawn="1">
                <p:custDataLst>
                  <p:tags r:id="rId67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3" name="Freeform 6"/>
              <p:cNvSpPr/>
              <p:nvPr userDrawn="1">
                <p:custDataLst>
                  <p:tags r:id="rId68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4" name="Freeform 7"/>
              <p:cNvSpPr/>
              <p:nvPr userDrawn="1">
                <p:custDataLst>
                  <p:tags r:id="rId69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5" name="Freeform 8"/>
              <p:cNvSpPr/>
              <p:nvPr userDrawn="1">
                <p:custDataLst>
                  <p:tags r:id="rId70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6" name="Freeform 9"/>
              <p:cNvSpPr/>
              <p:nvPr userDrawn="1">
                <p:custDataLst>
                  <p:tags r:id="rId71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36" name="组合 35"/>
            <p:cNvGrpSpPr/>
            <p:nvPr userDrawn="1"/>
          </p:nvGrpSpPr>
          <p:grpSpPr>
            <a:xfrm rot="21086915">
              <a:off x="7366693" y="4686026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180" name="Freeform 26"/>
              <p:cNvSpPr>
                <a:spLocks noEditPoints="1"/>
              </p:cNvSpPr>
              <p:nvPr userDrawn="1">
                <p:custDataLst>
                  <p:tags r:id="rId72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1" name="Freeform 27"/>
              <p:cNvSpPr/>
              <p:nvPr userDrawn="1">
                <p:custDataLst>
                  <p:tags r:id="rId73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37" name="Freeform 29"/>
            <p:cNvSpPr>
              <a:spLocks noEditPoints="1"/>
            </p:cNvSpPr>
            <p:nvPr userDrawn="1">
              <p:custDataLst>
                <p:tags r:id="rId74"/>
              </p:custDataLst>
            </p:nvPr>
          </p:nvSpPr>
          <p:spPr bwMode="auto">
            <a:xfrm rot="1406730">
              <a:off x="9836343" y="4616570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8" name="Freeform 5"/>
            <p:cNvSpPr>
              <a:spLocks noEditPoints="1"/>
            </p:cNvSpPr>
            <p:nvPr userDrawn="1">
              <p:custDataLst>
                <p:tags r:id="rId75"/>
              </p:custDataLst>
            </p:nvPr>
          </p:nvSpPr>
          <p:spPr bwMode="auto">
            <a:xfrm rot="2671114">
              <a:off x="9574736" y="7895511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39" name="组合 38"/>
            <p:cNvGrpSpPr/>
            <p:nvPr userDrawn="1"/>
          </p:nvGrpSpPr>
          <p:grpSpPr>
            <a:xfrm rot="2419862">
              <a:off x="9997017" y="6488458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73" name="Freeform 12"/>
              <p:cNvSpPr>
                <a:spLocks noEditPoints="1"/>
              </p:cNvSpPr>
              <p:nvPr userDrawn="1">
                <p:custDataLst>
                  <p:tags r:id="rId76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4" name="Freeform 13"/>
              <p:cNvSpPr/>
              <p:nvPr userDrawn="1">
                <p:custDataLst>
                  <p:tags r:id="rId77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5" name="Freeform 14"/>
              <p:cNvSpPr/>
              <p:nvPr userDrawn="1">
                <p:custDataLst>
                  <p:tags r:id="rId78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6" name="Freeform 15"/>
              <p:cNvSpPr/>
              <p:nvPr userDrawn="1">
                <p:custDataLst>
                  <p:tags r:id="rId79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7" name="Freeform 16"/>
              <p:cNvSpPr/>
              <p:nvPr userDrawn="1">
                <p:custDataLst>
                  <p:tags r:id="rId80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8" name="Freeform 17"/>
              <p:cNvSpPr/>
              <p:nvPr userDrawn="1">
                <p:custDataLst>
                  <p:tags r:id="rId81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9" name="Freeform 18"/>
              <p:cNvSpPr/>
              <p:nvPr userDrawn="1">
                <p:custDataLst>
                  <p:tags r:id="rId82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40" name="组合 39"/>
            <p:cNvGrpSpPr/>
            <p:nvPr userDrawn="1"/>
          </p:nvGrpSpPr>
          <p:grpSpPr>
            <a:xfrm rot="1406730">
              <a:off x="11173870" y="-871840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71" name="Freeform 19"/>
              <p:cNvSpPr>
                <a:spLocks noEditPoints="1"/>
              </p:cNvSpPr>
              <p:nvPr userDrawn="1">
                <p:custDataLst>
                  <p:tags r:id="rId83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2" name="Freeform 20"/>
              <p:cNvSpPr/>
              <p:nvPr userDrawn="1">
                <p:custDataLst>
                  <p:tags r:id="rId84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41" name="Freeform 7"/>
            <p:cNvSpPr>
              <a:spLocks noEditPoints="1"/>
            </p:cNvSpPr>
            <p:nvPr userDrawn="1">
              <p:custDataLst>
                <p:tags r:id="rId85"/>
              </p:custDataLst>
            </p:nvPr>
          </p:nvSpPr>
          <p:spPr bwMode="auto">
            <a:xfrm rot="20132266">
              <a:off x="-3210" y="1374612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2" name="Freeform 9"/>
            <p:cNvSpPr>
              <a:spLocks noEditPoints="1"/>
            </p:cNvSpPr>
            <p:nvPr userDrawn="1">
              <p:custDataLst>
                <p:tags r:id="rId86"/>
              </p:custDataLst>
            </p:nvPr>
          </p:nvSpPr>
          <p:spPr bwMode="auto">
            <a:xfrm>
              <a:off x="762558" y="-591931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43" name="组 109"/>
            <p:cNvGrpSpPr/>
            <p:nvPr userDrawn="1"/>
          </p:nvGrpSpPr>
          <p:grpSpPr>
            <a:xfrm rot="1396810">
              <a:off x="2252833" y="298531"/>
              <a:ext cx="337162" cy="1816149"/>
              <a:chOff x="6099175" y="2627313"/>
              <a:chExt cx="411163" cy="2214761"/>
            </a:xfrm>
            <a:grpFill/>
          </p:grpSpPr>
          <p:sp>
            <p:nvSpPr>
              <p:cNvPr id="165" name="Freeform 13"/>
              <p:cNvSpPr>
                <a:spLocks noEditPoints="1"/>
              </p:cNvSpPr>
              <p:nvPr userDrawn="1">
                <p:custDataLst>
                  <p:tags r:id="rId87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6" name="Freeform 14"/>
              <p:cNvSpPr/>
              <p:nvPr userDrawn="1">
                <p:custDataLst>
                  <p:tags r:id="rId88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7" name="Freeform 15"/>
              <p:cNvSpPr/>
              <p:nvPr userDrawn="1">
                <p:custDataLst>
                  <p:tags r:id="rId89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8" name="Freeform 17"/>
              <p:cNvSpPr>
                <a:spLocks noEditPoints="1"/>
              </p:cNvSpPr>
              <p:nvPr userDrawn="1">
                <p:custDataLst>
                  <p:tags r:id="rId90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9" name="Freeform 13"/>
              <p:cNvSpPr>
                <a:spLocks noEditPoints="1"/>
              </p:cNvSpPr>
              <p:nvPr userDrawn="1">
                <p:custDataLst>
                  <p:tags r:id="rId91"/>
                </p:custDataLst>
              </p:nvPr>
            </p:nvSpPr>
            <p:spPr bwMode="auto">
              <a:xfrm>
                <a:off x="6133588" y="3048199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solidFill>
                <a:schemeClr val="bg1">
                  <a:alpha val="10000"/>
                </a:schemeClr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0" name="Freeform 17"/>
              <p:cNvSpPr>
                <a:spLocks noEditPoints="1"/>
              </p:cNvSpPr>
              <p:nvPr userDrawn="1">
                <p:custDataLst>
                  <p:tags r:id="rId92"/>
                </p:custDataLst>
              </p:nvPr>
            </p:nvSpPr>
            <p:spPr bwMode="auto">
              <a:xfrm>
                <a:off x="6132001" y="4310261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solidFill>
                <a:schemeClr val="bg1">
                  <a:alpha val="10000"/>
                </a:schemeClr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44" name="Freeform 19"/>
            <p:cNvSpPr>
              <a:spLocks noEditPoints="1"/>
            </p:cNvSpPr>
            <p:nvPr userDrawn="1">
              <p:custDataLst>
                <p:tags r:id="rId93"/>
              </p:custDataLst>
            </p:nvPr>
          </p:nvSpPr>
          <p:spPr bwMode="auto">
            <a:xfrm rot="1363540">
              <a:off x="1591477" y="2369237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5" name="Freeform 20"/>
            <p:cNvSpPr/>
            <p:nvPr userDrawn="1">
              <p:custDataLst>
                <p:tags r:id="rId94"/>
              </p:custDataLst>
            </p:nvPr>
          </p:nvSpPr>
          <p:spPr bwMode="auto">
            <a:xfrm rot="20253209">
              <a:off x="1412833" y="1062017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46" name="组合 45"/>
            <p:cNvGrpSpPr/>
            <p:nvPr userDrawn="1"/>
          </p:nvGrpSpPr>
          <p:grpSpPr>
            <a:xfrm rot="2116298">
              <a:off x="2485156" y="1705024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159" name="Freeform 5"/>
              <p:cNvSpPr/>
              <p:nvPr userDrawn="1">
                <p:custDataLst>
                  <p:tags r:id="rId95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0" name="Freeform 6"/>
              <p:cNvSpPr/>
              <p:nvPr userDrawn="1">
                <p:custDataLst>
                  <p:tags r:id="rId96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1" name="Freeform 7"/>
              <p:cNvSpPr/>
              <p:nvPr userDrawn="1">
                <p:custDataLst>
                  <p:tags r:id="rId97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2" name="Freeform 8"/>
              <p:cNvSpPr/>
              <p:nvPr userDrawn="1">
                <p:custDataLst>
                  <p:tags r:id="rId98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3" name="Freeform 9"/>
              <p:cNvSpPr/>
              <p:nvPr userDrawn="1">
                <p:custDataLst>
                  <p:tags r:id="rId99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4" name="Freeform 6"/>
              <p:cNvSpPr/>
              <p:nvPr userDrawn="1">
                <p:custDataLst>
                  <p:tags r:id="rId100"/>
                </p:custDataLst>
              </p:nvPr>
            </p:nvSpPr>
            <p:spPr bwMode="auto">
              <a:xfrm>
                <a:off x="733276" y="3957829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solidFill>
                <a:schemeClr val="bg1">
                  <a:alpha val="10000"/>
                </a:schemeClr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47" name="组合 46"/>
            <p:cNvGrpSpPr/>
            <p:nvPr userDrawn="1"/>
          </p:nvGrpSpPr>
          <p:grpSpPr>
            <a:xfrm rot="19680185">
              <a:off x="-263276" y="379440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157" name="Freeform 26"/>
              <p:cNvSpPr>
                <a:spLocks noEditPoints="1"/>
              </p:cNvSpPr>
              <p:nvPr userDrawn="1">
                <p:custDataLst>
                  <p:tags r:id="rId101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8" name="Freeform 27"/>
              <p:cNvSpPr/>
              <p:nvPr userDrawn="1">
                <p:custDataLst>
                  <p:tags r:id="rId102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48" name="Freeform 29"/>
            <p:cNvSpPr>
              <a:spLocks noEditPoints="1"/>
            </p:cNvSpPr>
            <p:nvPr userDrawn="1">
              <p:custDataLst>
                <p:tags r:id="rId103"/>
              </p:custDataLst>
            </p:nvPr>
          </p:nvSpPr>
          <p:spPr bwMode="auto">
            <a:xfrm>
              <a:off x="2014889" y="-672068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9" name="Freeform 5"/>
            <p:cNvSpPr>
              <a:spLocks noEditPoints="1"/>
            </p:cNvSpPr>
            <p:nvPr userDrawn="1">
              <p:custDataLst>
                <p:tags r:id="rId104"/>
              </p:custDataLst>
            </p:nvPr>
          </p:nvSpPr>
          <p:spPr bwMode="auto">
            <a:xfrm rot="1264384">
              <a:off x="2980490" y="2441065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50" name="组合 49"/>
            <p:cNvGrpSpPr/>
            <p:nvPr userDrawn="1"/>
          </p:nvGrpSpPr>
          <p:grpSpPr>
            <a:xfrm rot="1013132">
              <a:off x="2855281" y="1015011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50" name="Freeform 12"/>
              <p:cNvSpPr>
                <a:spLocks noEditPoints="1"/>
              </p:cNvSpPr>
              <p:nvPr userDrawn="1">
                <p:custDataLst>
                  <p:tags r:id="rId105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1" name="Freeform 13"/>
              <p:cNvSpPr/>
              <p:nvPr userDrawn="1">
                <p:custDataLst>
                  <p:tags r:id="rId106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2" name="Freeform 14"/>
              <p:cNvSpPr/>
              <p:nvPr userDrawn="1">
                <p:custDataLst>
                  <p:tags r:id="rId107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3" name="Freeform 15"/>
              <p:cNvSpPr/>
              <p:nvPr userDrawn="1">
                <p:custDataLst>
                  <p:tags r:id="rId108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4" name="Freeform 16"/>
              <p:cNvSpPr/>
              <p:nvPr userDrawn="1">
                <p:custDataLst>
                  <p:tags r:id="rId109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5" name="Freeform 17"/>
              <p:cNvSpPr/>
              <p:nvPr userDrawn="1">
                <p:custDataLst>
                  <p:tags r:id="rId110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6" name="Freeform 18"/>
              <p:cNvSpPr/>
              <p:nvPr userDrawn="1">
                <p:custDataLst>
                  <p:tags r:id="rId111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51" name="组合 50"/>
            <p:cNvGrpSpPr/>
            <p:nvPr userDrawn="1"/>
          </p:nvGrpSpPr>
          <p:grpSpPr>
            <a:xfrm>
              <a:off x="3052171" y="-475767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48" name="Freeform 19"/>
              <p:cNvSpPr>
                <a:spLocks noEditPoints="1"/>
              </p:cNvSpPr>
              <p:nvPr userDrawn="1">
                <p:custDataLst>
                  <p:tags r:id="rId112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9" name="Freeform 20"/>
              <p:cNvSpPr/>
              <p:nvPr userDrawn="1">
                <p:custDataLst>
                  <p:tags r:id="rId113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52" name="Freeform 7"/>
            <p:cNvSpPr>
              <a:spLocks noEditPoints="1"/>
            </p:cNvSpPr>
            <p:nvPr userDrawn="1">
              <p:custDataLst>
                <p:tags r:id="rId114"/>
              </p:custDataLst>
            </p:nvPr>
          </p:nvSpPr>
          <p:spPr bwMode="auto">
            <a:xfrm rot="20132266">
              <a:off x="4165316" y="1969665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3" name="Freeform 9"/>
            <p:cNvSpPr>
              <a:spLocks noEditPoints="1"/>
            </p:cNvSpPr>
            <p:nvPr userDrawn="1">
              <p:custDataLst>
                <p:tags r:id="rId115"/>
              </p:custDataLst>
            </p:nvPr>
          </p:nvSpPr>
          <p:spPr bwMode="auto">
            <a:xfrm>
              <a:off x="4931084" y="3122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54" name="组 141"/>
            <p:cNvGrpSpPr/>
            <p:nvPr userDrawn="1"/>
          </p:nvGrpSpPr>
          <p:grpSpPr>
            <a:xfrm rot="1396810">
              <a:off x="6421391" y="893591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144" name="Freeform 13"/>
              <p:cNvSpPr>
                <a:spLocks noEditPoints="1"/>
              </p:cNvSpPr>
              <p:nvPr userDrawn="1">
                <p:custDataLst>
                  <p:tags r:id="rId116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5" name="Freeform 14"/>
              <p:cNvSpPr/>
              <p:nvPr userDrawn="1">
                <p:custDataLst>
                  <p:tags r:id="rId117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6" name="Freeform 15"/>
              <p:cNvSpPr/>
              <p:nvPr userDrawn="1">
                <p:custDataLst>
                  <p:tags r:id="rId118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7" name="Freeform 17"/>
              <p:cNvSpPr>
                <a:spLocks noEditPoints="1"/>
              </p:cNvSpPr>
              <p:nvPr userDrawn="1">
                <p:custDataLst>
                  <p:tags r:id="rId119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55" name="Freeform 19"/>
            <p:cNvSpPr>
              <a:spLocks noEditPoints="1"/>
            </p:cNvSpPr>
            <p:nvPr userDrawn="1">
              <p:custDataLst>
                <p:tags r:id="rId120"/>
              </p:custDataLst>
            </p:nvPr>
          </p:nvSpPr>
          <p:spPr bwMode="auto">
            <a:xfrm rot="1363540">
              <a:off x="5760003" y="2964290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6" name="Freeform 20"/>
            <p:cNvSpPr/>
            <p:nvPr userDrawn="1">
              <p:custDataLst>
                <p:tags r:id="rId121"/>
              </p:custDataLst>
            </p:nvPr>
          </p:nvSpPr>
          <p:spPr bwMode="auto">
            <a:xfrm rot="20253209">
              <a:off x="5581359" y="1657070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57" name="组合 56"/>
            <p:cNvGrpSpPr/>
            <p:nvPr userDrawn="1"/>
          </p:nvGrpSpPr>
          <p:grpSpPr>
            <a:xfrm rot="2116298">
              <a:off x="6653682" y="2300077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139" name="Freeform 5"/>
              <p:cNvSpPr/>
              <p:nvPr userDrawn="1">
                <p:custDataLst>
                  <p:tags r:id="rId122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0" name="Freeform 6"/>
              <p:cNvSpPr/>
              <p:nvPr userDrawn="1">
                <p:custDataLst>
                  <p:tags r:id="rId123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1" name="Freeform 7"/>
              <p:cNvSpPr/>
              <p:nvPr userDrawn="1">
                <p:custDataLst>
                  <p:tags r:id="rId124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2" name="Freeform 8"/>
              <p:cNvSpPr/>
              <p:nvPr userDrawn="1">
                <p:custDataLst>
                  <p:tags r:id="rId125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3" name="Freeform 9"/>
              <p:cNvSpPr/>
              <p:nvPr userDrawn="1">
                <p:custDataLst>
                  <p:tags r:id="rId126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58" name="组合 57"/>
            <p:cNvGrpSpPr/>
            <p:nvPr userDrawn="1"/>
          </p:nvGrpSpPr>
          <p:grpSpPr>
            <a:xfrm rot="19680185">
              <a:off x="3905250" y="974493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137" name="Freeform 26"/>
              <p:cNvSpPr>
                <a:spLocks noEditPoints="1"/>
              </p:cNvSpPr>
              <p:nvPr userDrawn="1">
                <p:custDataLst>
                  <p:tags r:id="rId127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8" name="Freeform 27"/>
              <p:cNvSpPr/>
              <p:nvPr userDrawn="1">
                <p:custDataLst>
                  <p:tags r:id="rId128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59" name="Freeform 29"/>
            <p:cNvSpPr>
              <a:spLocks noEditPoints="1"/>
            </p:cNvSpPr>
            <p:nvPr userDrawn="1">
              <p:custDataLst>
                <p:tags r:id="rId129"/>
              </p:custDataLst>
            </p:nvPr>
          </p:nvSpPr>
          <p:spPr bwMode="auto">
            <a:xfrm>
              <a:off x="6183415" y="-77015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0" name="Freeform 5"/>
            <p:cNvSpPr>
              <a:spLocks noEditPoints="1"/>
            </p:cNvSpPr>
            <p:nvPr userDrawn="1">
              <p:custDataLst>
                <p:tags r:id="rId130"/>
              </p:custDataLst>
            </p:nvPr>
          </p:nvSpPr>
          <p:spPr bwMode="auto">
            <a:xfrm rot="1264384">
              <a:off x="7128415" y="3155329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61" name="组合 60"/>
            <p:cNvGrpSpPr/>
            <p:nvPr userDrawn="1"/>
          </p:nvGrpSpPr>
          <p:grpSpPr>
            <a:xfrm rot="1013132">
              <a:off x="7023807" y="1610064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30" name="Freeform 12"/>
              <p:cNvSpPr>
                <a:spLocks noEditPoints="1"/>
              </p:cNvSpPr>
              <p:nvPr userDrawn="1">
                <p:custDataLst>
                  <p:tags r:id="rId131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1" name="Freeform 13"/>
              <p:cNvSpPr/>
              <p:nvPr userDrawn="1">
                <p:custDataLst>
                  <p:tags r:id="rId132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2" name="Freeform 14"/>
              <p:cNvSpPr/>
              <p:nvPr userDrawn="1">
                <p:custDataLst>
                  <p:tags r:id="rId133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3" name="Freeform 15"/>
              <p:cNvSpPr/>
              <p:nvPr userDrawn="1">
                <p:custDataLst>
                  <p:tags r:id="rId134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4" name="Freeform 16"/>
              <p:cNvSpPr/>
              <p:nvPr userDrawn="1">
                <p:custDataLst>
                  <p:tags r:id="rId135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5" name="Freeform 17"/>
              <p:cNvSpPr/>
              <p:nvPr userDrawn="1">
                <p:custDataLst>
                  <p:tags r:id="rId136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6" name="Freeform 18"/>
              <p:cNvSpPr/>
              <p:nvPr userDrawn="1">
                <p:custDataLst>
                  <p:tags r:id="rId137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62" name="组合 61"/>
            <p:cNvGrpSpPr/>
            <p:nvPr userDrawn="1"/>
          </p:nvGrpSpPr>
          <p:grpSpPr>
            <a:xfrm>
              <a:off x="7220697" y="119286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28" name="Freeform 19"/>
              <p:cNvSpPr>
                <a:spLocks noEditPoints="1"/>
              </p:cNvSpPr>
              <p:nvPr userDrawn="1">
                <p:custDataLst>
                  <p:tags r:id="rId138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9" name="Freeform 20"/>
              <p:cNvSpPr/>
              <p:nvPr userDrawn="1">
                <p:custDataLst>
                  <p:tags r:id="rId139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63" name="Freeform 7"/>
            <p:cNvSpPr>
              <a:spLocks noEditPoints="1"/>
            </p:cNvSpPr>
            <p:nvPr userDrawn="1">
              <p:custDataLst>
                <p:tags r:id="rId140"/>
              </p:custDataLst>
            </p:nvPr>
          </p:nvSpPr>
          <p:spPr bwMode="auto">
            <a:xfrm rot="20132266">
              <a:off x="7996220" y="3333169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4" name="Freeform 9"/>
            <p:cNvSpPr>
              <a:spLocks noEditPoints="1"/>
            </p:cNvSpPr>
            <p:nvPr userDrawn="1">
              <p:custDataLst>
                <p:tags r:id="rId141"/>
              </p:custDataLst>
            </p:nvPr>
          </p:nvSpPr>
          <p:spPr bwMode="auto">
            <a:xfrm>
              <a:off x="8803483" y="1209043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65" name="组 173"/>
            <p:cNvGrpSpPr/>
            <p:nvPr userDrawn="1"/>
          </p:nvGrpSpPr>
          <p:grpSpPr>
            <a:xfrm rot="1396810">
              <a:off x="10293790" y="2099512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124" name="Freeform 13"/>
              <p:cNvSpPr>
                <a:spLocks noEditPoints="1"/>
              </p:cNvSpPr>
              <p:nvPr userDrawn="1">
                <p:custDataLst>
                  <p:tags r:id="rId142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5" name="Freeform 14"/>
              <p:cNvSpPr/>
              <p:nvPr userDrawn="1">
                <p:custDataLst>
                  <p:tags r:id="rId143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6" name="Freeform 15"/>
              <p:cNvSpPr/>
              <p:nvPr userDrawn="1">
                <p:custDataLst>
                  <p:tags r:id="rId144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7" name="Freeform 17"/>
              <p:cNvSpPr>
                <a:spLocks noEditPoints="1"/>
              </p:cNvSpPr>
              <p:nvPr userDrawn="1">
                <p:custDataLst>
                  <p:tags r:id="rId145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66" name="Freeform 19"/>
            <p:cNvSpPr>
              <a:spLocks noEditPoints="1"/>
            </p:cNvSpPr>
            <p:nvPr userDrawn="1">
              <p:custDataLst>
                <p:tags r:id="rId146"/>
              </p:custDataLst>
            </p:nvPr>
          </p:nvSpPr>
          <p:spPr bwMode="auto">
            <a:xfrm rot="1363540">
              <a:off x="9632402" y="4170211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7" name="Freeform 20"/>
            <p:cNvSpPr/>
            <p:nvPr userDrawn="1">
              <p:custDataLst>
                <p:tags r:id="rId147"/>
              </p:custDataLst>
            </p:nvPr>
          </p:nvSpPr>
          <p:spPr bwMode="auto">
            <a:xfrm rot="20253209">
              <a:off x="9453758" y="2862991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68" name="组合 67"/>
            <p:cNvGrpSpPr/>
            <p:nvPr userDrawn="1"/>
          </p:nvGrpSpPr>
          <p:grpSpPr>
            <a:xfrm rot="2116298">
              <a:off x="10526081" y="3505998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119" name="Freeform 5"/>
              <p:cNvSpPr/>
              <p:nvPr userDrawn="1">
                <p:custDataLst>
                  <p:tags r:id="rId148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0" name="Freeform 6"/>
              <p:cNvSpPr/>
              <p:nvPr userDrawn="1">
                <p:custDataLst>
                  <p:tags r:id="rId149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1" name="Freeform 7"/>
              <p:cNvSpPr/>
              <p:nvPr userDrawn="1">
                <p:custDataLst>
                  <p:tags r:id="rId150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2" name="Freeform 8"/>
              <p:cNvSpPr/>
              <p:nvPr userDrawn="1">
                <p:custDataLst>
                  <p:tags r:id="rId151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3" name="Freeform 9"/>
              <p:cNvSpPr/>
              <p:nvPr userDrawn="1">
                <p:custDataLst>
                  <p:tags r:id="rId152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69" name="组合 68"/>
            <p:cNvGrpSpPr/>
            <p:nvPr userDrawn="1"/>
          </p:nvGrpSpPr>
          <p:grpSpPr>
            <a:xfrm rot="19680185">
              <a:off x="7879804" y="2119955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117" name="Freeform 26"/>
              <p:cNvSpPr>
                <a:spLocks noEditPoints="1"/>
              </p:cNvSpPr>
              <p:nvPr userDrawn="1">
                <p:custDataLst>
                  <p:tags r:id="rId153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8" name="Freeform 27"/>
              <p:cNvSpPr/>
              <p:nvPr userDrawn="1">
                <p:custDataLst>
                  <p:tags r:id="rId154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70" name="Freeform 29"/>
            <p:cNvSpPr>
              <a:spLocks noEditPoints="1"/>
            </p:cNvSpPr>
            <p:nvPr userDrawn="1">
              <p:custDataLst>
                <p:tags r:id="rId155"/>
              </p:custDataLst>
            </p:nvPr>
          </p:nvSpPr>
          <p:spPr bwMode="auto">
            <a:xfrm>
              <a:off x="10055814" y="1128906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" name="Freeform 5"/>
            <p:cNvSpPr>
              <a:spLocks noEditPoints="1"/>
            </p:cNvSpPr>
            <p:nvPr userDrawn="1">
              <p:custDataLst>
                <p:tags r:id="rId156"/>
              </p:custDataLst>
            </p:nvPr>
          </p:nvSpPr>
          <p:spPr bwMode="auto">
            <a:xfrm rot="1264384">
              <a:off x="11021415" y="4242039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72" name="组合 71"/>
            <p:cNvGrpSpPr/>
            <p:nvPr userDrawn="1"/>
          </p:nvGrpSpPr>
          <p:grpSpPr>
            <a:xfrm rot="1013132">
              <a:off x="10896206" y="2815985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10" name="Freeform 12"/>
              <p:cNvSpPr>
                <a:spLocks noEditPoints="1"/>
              </p:cNvSpPr>
              <p:nvPr userDrawn="1">
                <p:custDataLst>
                  <p:tags r:id="rId157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1" name="Freeform 13"/>
              <p:cNvSpPr/>
              <p:nvPr userDrawn="1">
                <p:custDataLst>
                  <p:tags r:id="rId158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2" name="Freeform 14"/>
              <p:cNvSpPr/>
              <p:nvPr userDrawn="1">
                <p:custDataLst>
                  <p:tags r:id="rId159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3" name="Freeform 15"/>
              <p:cNvSpPr/>
              <p:nvPr userDrawn="1">
                <p:custDataLst>
                  <p:tags r:id="rId160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4" name="Freeform 16"/>
              <p:cNvSpPr/>
              <p:nvPr userDrawn="1">
                <p:custDataLst>
                  <p:tags r:id="rId161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5" name="Freeform 17"/>
              <p:cNvSpPr/>
              <p:nvPr userDrawn="1">
                <p:custDataLst>
                  <p:tags r:id="rId162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6" name="Freeform 18"/>
              <p:cNvSpPr/>
              <p:nvPr userDrawn="1">
                <p:custDataLst>
                  <p:tags r:id="rId163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3" name="组合 72"/>
            <p:cNvGrpSpPr/>
            <p:nvPr userDrawn="1"/>
          </p:nvGrpSpPr>
          <p:grpSpPr>
            <a:xfrm>
              <a:off x="11093096" y="1325207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08" name="Freeform 19"/>
              <p:cNvSpPr>
                <a:spLocks noEditPoints="1"/>
              </p:cNvSpPr>
              <p:nvPr userDrawn="1">
                <p:custDataLst>
                  <p:tags r:id="rId164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9" name="Freeform 20"/>
              <p:cNvSpPr/>
              <p:nvPr userDrawn="1">
                <p:custDataLst>
                  <p:tags r:id="rId165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4" name="组合 73"/>
            <p:cNvGrpSpPr/>
            <p:nvPr userDrawn="1"/>
          </p:nvGrpSpPr>
          <p:grpSpPr>
            <a:xfrm rot="1013132">
              <a:off x="6176564" y="5290989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01" name="Freeform 12"/>
              <p:cNvSpPr>
                <a:spLocks noEditPoints="1"/>
              </p:cNvSpPr>
              <p:nvPr userDrawn="1">
                <p:custDataLst>
                  <p:tags r:id="rId166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2" name="Freeform 13"/>
              <p:cNvSpPr/>
              <p:nvPr userDrawn="1">
                <p:custDataLst>
                  <p:tags r:id="rId167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3" name="Freeform 14"/>
              <p:cNvSpPr/>
              <p:nvPr userDrawn="1">
                <p:custDataLst>
                  <p:tags r:id="rId168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4" name="Freeform 15"/>
              <p:cNvSpPr/>
              <p:nvPr userDrawn="1">
                <p:custDataLst>
                  <p:tags r:id="rId169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5" name="Freeform 16"/>
              <p:cNvSpPr/>
              <p:nvPr userDrawn="1">
                <p:custDataLst>
                  <p:tags r:id="rId170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6" name="Freeform 17"/>
              <p:cNvSpPr/>
              <p:nvPr userDrawn="1">
                <p:custDataLst>
                  <p:tags r:id="rId171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7" name="Freeform 18"/>
              <p:cNvSpPr/>
              <p:nvPr userDrawn="1">
                <p:custDataLst>
                  <p:tags r:id="rId172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75" name="Freeform 19"/>
            <p:cNvSpPr>
              <a:spLocks noEditPoints="1"/>
            </p:cNvSpPr>
            <p:nvPr userDrawn="1">
              <p:custDataLst>
                <p:tags r:id="rId173"/>
              </p:custDataLst>
            </p:nvPr>
          </p:nvSpPr>
          <p:spPr bwMode="auto">
            <a:xfrm rot="3628785">
              <a:off x="4614671" y="6522288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6" name="Freeform 7"/>
            <p:cNvSpPr>
              <a:spLocks noEditPoints="1"/>
            </p:cNvSpPr>
            <p:nvPr userDrawn="1">
              <p:custDataLst>
                <p:tags r:id="rId174"/>
              </p:custDataLst>
            </p:nvPr>
          </p:nvSpPr>
          <p:spPr bwMode="auto">
            <a:xfrm rot="20132266">
              <a:off x="-807207" y="5977073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77" name="组合 76"/>
            <p:cNvGrpSpPr/>
            <p:nvPr userDrawn="1"/>
          </p:nvGrpSpPr>
          <p:grpSpPr>
            <a:xfrm rot="21086915">
              <a:off x="11056807" y="581802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99" name="Freeform 26"/>
              <p:cNvSpPr>
                <a:spLocks noEditPoints="1"/>
              </p:cNvSpPr>
              <p:nvPr userDrawn="1">
                <p:custDataLst>
                  <p:tags r:id="rId175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0" name="Freeform 27"/>
              <p:cNvSpPr/>
              <p:nvPr userDrawn="1">
                <p:custDataLst>
                  <p:tags r:id="rId176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8" name="组 215"/>
            <p:cNvGrpSpPr/>
            <p:nvPr userDrawn="1"/>
          </p:nvGrpSpPr>
          <p:grpSpPr>
            <a:xfrm rot="2803540">
              <a:off x="9225928" y="-1135170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95" name="Freeform 13"/>
              <p:cNvSpPr>
                <a:spLocks noEditPoints="1"/>
              </p:cNvSpPr>
              <p:nvPr userDrawn="1">
                <p:custDataLst>
                  <p:tags r:id="rId177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6" name="Freeform 14"/>
              <p:cNvSpPr/>
              <p:nvPr userDrawn="1">
                <p:custDataLst>
                  <p:tags r:id="rId178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7" name="Freeform 15"/>
              <p:cNvSpPr/>
              <p:nvPr userDrawn="1">
                <p:custDataLst>
                  <p:tags r:id="rId179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8" name="Freeform 17"/>
              <p:cNvSpPr>
                <a:spLocks noEditPoints="1"/>
              </p:cNvSpPr>
              <p:nvPr userDrawn="1">
                <p:custDataLst>
                  <p:tags r:id="rId180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9" name="组合 78"/>
            <p:cNvGrpSpPr/>
            <p:nvPr userDrawn="1"/>
          </p:nvGrpSpPr>
          <p:grpSpPr>
            <a:xfrm>
              <a:off x="5624277" y="6060101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93" name="Freeform 19"/>
              <p:cNvSpPr>
                <a:spLocks noEditPoints="1"/>
              </p:cNvSpPr>
              <p:nvPr userDrawn="1">
                <p:custDataLst>
                  <p:tags r:id="rId181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4" name="Freeform 20"/>
              <p:cNvSpPr/>
              <p:nvPr userDrawn="1">
                <p:custDataLst>
                  <p:tags r:id="rId182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80" name="Freeform 9"/>
            <p:cNvSpPr>
              <a:spLocks noEditPoints="1"/>
            </p:cNvSpPr>
            <p:nvPr userDrawn="1">
              <p:custDataLst>
                <p:tags r:id="rId183"/>
              </p:custDataLst>
            </p:nvPr>
          </p:nvSpPr>
          <p:spPr bwMode="auto">
            <a:xfrm>
              <a:off x="11714474" y="3298829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81" name="组合 80"/>
            <p:cNvGrpSpPr/>
            <p:nvPr userDrawn="1"/>
          </p:nvGrpSpPr>
          <p:grpSpPr>
            <a:xfrm rot="2116298">
              <a:off x="718678" y="6474358"/>
              <a:ext cx="1228067" cy="1069643"/>
              <a:chOff x="501650" y="3292475"/>
              <a:chExt cx="1735138" cy="1511300"/>
            </a:xfrm>
            <a:grpFill/>
          </p:grpSpPr>
          <p:sp>
            <p:nvSpPr>
              <p:cNvPr id="88" name="Freeform 5"/>
              <p:cNvSpPr/>
              <p:nvPr userDrawn="1">
                <p:custDataLst>
                  <p:tags r:id="rId184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9" name="Freeform 6"/>
              <p:cNvSpPr/>
              <p:nvPr userDrawn="1">
                <p:custDataLst>
                  <p:tags r:id="rId185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0" name="Freeform 7"/>
              <p:cNvSpPr/>
              <p:nvPr userDrawn="1">
                <p:custDataLst>
                  <p:tags r:id="rId186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1" name="Freeform 8"/>
              <p:cNvSpPr/>
              <p:nvPr userDrawn="1">
                <p:custDataLst>
                  <p:tags r:id="rId187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2" name="Freeform 9"/>
              <p:cNvSpPr/>
              <p:nvPr userDrawn="1">
                <p:custDataLst>
                  <p:tags r:id="rId188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82" name="Freeform 7"/>
            <p:cNvSpPr>
              <a:spLocks noEditPoints="1"/>
            </p:cNvSpPr>
            <p:nvPr userDrawn="1">
              <p:custDataLst>
                <p:tags r:id="rId189"/>
              </p:custDataLst>
            </p:nvPr>
          </p:nvSpPr>
          <p:spPr bwMode="auto">
            <a:xfrm rot="20132266">
              <a:off x="9763146" y="-248950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83" name="组合 82"/>
            <p:cNvGrpSpPr/>
            <p:nvPr userDrawn="1"/>
          </p:nvGrpSpPr>
          <p:grpSpPr>
            <a:xfrm rot="1406730">
              <a:off x="10767933" y="5424446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86" name="Freeform 19"/>
              <p:cNvSpPr>
                <a:spLocks noEditPoints="1"/>
              </p:cNvSpPr>
              <p:nvPr userDrawn="1">
                <p:custDataLst>
                  <p:tags r:id="rId190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7" name="Freeform 20"/>
              <p:cNvSpPr/>
              <p:nvPr userDrawn="1">
                <p:custDataLst>
                  <p:tags r:id="rId191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84" name="Freeform 19"/>
            <p:cNvSpPr>
              <a:spLocks noEditPoints="1"/>
            </p:cNvSpPr>
            <p:nvPr userDrawn="1">
              <p:custDataLst>
                <p:tags r:id="rId192"/>
              </p:custDataLst>
            </p:nvPr>
          </p:nvSpPr>
          <p:spPr bwMode="auto">
            <a:xfrm rot="21418795">
              <a:off x="11264443" y="4898673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5" name="Freeform 7"/>
            <p:cNvSpPr>
              <a:spLocks noEditPoints="1"/>
            </p:cNvSpPr>
            <p:nvPr userDrawn="1">
              <p:custDataLst>
                <p:tags r:id="rId193"/>
              </p:custDataLst>
            </p:nvPr>
          </p:nvSpPr>
          <p:spPr bwMode="auto">
            <a:xfrm rot="20132266">
              <a:off x="-1305" y="1375882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910386" y="256837"/>
            <a:ext cx="5526505" cy="657559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形 8" descr="书籍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9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10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logo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>
            <p:custDataLst>
              <p:tags r:id="rId13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ir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/>
          </p:cNvSpPr>
          <p:nvPr>
            <p:ph type="pic" sz="quarter" idx="17"/>
            <p:custDataLst>
              <p:tags r:id="rId2"/>
            </p:custDataLst>
          </p:nvPr>
        </p:nvSpPr>
        <p:spPr>
          <a:xfrm>
            <a:off x="4064000" y="441961"/>
            <a:ext cx="4368800" cy="3083564"/>
          </a:xfrm>
          <a:custGeom>
            <a:avLst/>
            <a:gdLst/>
            <a:ahLst/>
            <a:cxnLst/>
            <a:rect l="l" t="t" r="r" b="b"/>
            <a:pathLst>
              <a:path w="3276600" h="3124200">
                <a:moveTo>
                  <a:pt x="3028950" y="0"/>
                </a:moveTo>
                <a:cubicBezTo>
                  <a:pt x="3165723" y="0"/>
                  <a:pt x="3276600" y="110877"/>
                  <a:pt x="3276600" y="247650"/>
                </a:cubicBezTo>
                <a:lnTo>
                  <a:pt x="3276600" y="2876550"/>
                </a:lnTo>
                <a:cubicBezTo>
                  <a:pt x="3276600" y="3013323"/>
                  <a:pt x="3165723" y="3124200"/>
                  <a:pt x="3028950" y="3124200"/>
                </a:cubicBezTo>
                <a:cubicBezTo>
                  <a:pt x="2892177" y="3124200"/>
                  <a:pt x="2781300" y="3013323"/>
                  <a:pt x="2781300" y="2876550"/>
                </a:cubicBezTo>
                <a:lnTo>
                  <a:pt x="2781300" y="247650"/>
                </a:lnTo>
                <a:cubicBezTo>
                  <a:pt x="2781300" y="110877"/>
                  <a:pt x="2892177" y="0"/>
                  <a:pt x="3028950" y="0"/>
                </a:cubicBezTo>
                <a:close/>
                <a:moveTo>
                  <a:pt x="2317750" y="0"/>
                </a:moveTo>
                <a:cubicBezTo>
                  <a:pt x="2454523" y="0"/>
                  <a:pt x="2565400" y="110877"/>
                  <a:pt x="2565400" y="247650"/>
                </a:cubicBezTo>
                <a:lnTo>
                  <a:pt x="2565400" y="2876550"/>
                </a:lnTo>
                <a:cubicBezTo>
                  <a:pt x="2565400" y="3013323"/>
                  <a:pt x="2454523" y="3124200"/>
                  <a:pt x="2317750" y="3124200"/>
                </a:cubicBezTo>
                <a:cubicBezTo>
                  <a:pt x="2180977" y="3124200"/>
                  <a:pt x="2070100" y="3013323"/>
                  <a:pt x="2070100" y="2876550"/>
                </a:cubicBezTo>
                <a:lnTo>
                  <a:pt x="2070100" y="247650"/>
                </a:lnTo>
                <a:cubicBezTo>
                  <a:pt x="2070100" y="110877"/>
                  <a:pt x="2180977" y="0"/>
                  <a:pt x="2317750" y="0"/>
                </a:cubicBezTo>
                <a:close/>
                <a:moveTo>
                  <a:pt x="1606550" y="0"/>
                </a:moveTo>
                <a:cubicBezTo>
                  <a:pt x="1743323" y="0"/>
                  <a:pt x="1854200" y="110877"/>
                  <a:pt x="1854200" y="247650"/>
                </a:cubicBezTo>
                <a:lnTo>
                  <a:pt x="1854200" y="2876550"/>
                </a:lnTo>
                <a:cubicBezTo>
                  <a:pt x="1854200" y="3013323"/>
                  <a:pt x="1743323" y="3124200"/>
                  <a:pt x="1606550" y="3124200"/>
                </a:cubicBezTo>
                <a:cubicBezTo>
                  <a:pt x="1469777" y="3124200"/>
                  <a:pt x="1358900" y="3013323"/>
                  <a:pt x="1358900" y="2876550"/>
                </a:cubicBezTo>
                <a:lnTo>
                  <a:pt x="1358900" y="247650"/>
                </a:lnTo>
                <a:cubicBezTo>
                  <a:pt x="1358900" y="110877"/>
                  <a:pt x="1469777" y="0"/>
                  <a:pt x="1606550" y="0"/>
                </a:cubicBezTo>
                <a:close/>
                <a:moveTo>
                  <a:pt x="958850" y="0"/>
                </a:moveTo>
                <a:cubicBezTo>
                  <a:pt x="1095623" y="0"/>
                  <a:pt x="1206500" y="110877"/>
                  <a:pt x="1206500" y="247650"/>
                </a:cubicBezTo>
                <a:lnTo>
                  <a:pt x="1206500" y="2876550"/>
                </a:lnTo>
                <a:cubicBezTo>
                  <a:pt x="1206500" y="3013323"/>
                  <a:pt x="1095623" y="3124200"/>
                  <a:pt x="958850" y="3124200"/>
                </a:cubicBezTo>
                <a:cubicBezTo>
                  <a:pt x="822077" y="3124200"/>
                  <a:pt x="711200" y="3013323"/>
                  <a:pt x="711200" y="2876550"/>
                </a:cubicBezTo>
                <a:lnTo>
                  <a:pt x="711200" y="247650"/>
                </a:lnTo>
                <a:cubicBezTo>
                  <a:pt x="711200" y="110877"/>
                  <a:pt x="822077" y="0"/>
                  <a:pt x="958850" y="0"/>
                </a:cubicBezTo>
                <a:close/>
                <a:moveTo>
                  <a:pt x="247650" y="0"/>
                </a:moveTo>
                <a:cubicBezTo>
                  <a:pt x="384423" y="0"/>
                  <a:pt x="495300" y="110877"/>
                  <a:pt x="495300" y="247650"/>
                </a:cubicBezTo>
                <a:lnTo>
                  <a:pt x="495300" y="2876550"/>
                </a:lnTo>
                <a:cubicBezTo>
                  <a:pt x="495300" y="3013323"/>
                  <a:pt x="384423" y="3124200"/>
                  <a:pt x="247650" y="3124200"/>
                </a:cubicBezTo>
                <a:cubicBezTo>
                  <a:pt x="110877" y="3124200"/>
                  <a:pt x="0" y="3013323"/>
                  <a:pt x="0" y="2876550"/>
                </a:cubicBezTo>
                <a:lnTo>
                  <a:pt x="0" y="247650"/>
                </a:lnTo>
                <a:cubicBezTo>
                  <a:pt x="0" y="110877"/>
                  <a:pt x="110877" y="0"/>
                  <a:pt x="247650" y="0"/>
                </a:cubicBezTo>
                <a:close/>
              </a:path>
            </a:pathLst>
          </a:cu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  <p:custDataLst>
              <p:tags r:id="rId3"/>
            </p:custDataLst>
          </p:nvPr>
        </p:nvSpPr>
        <p:spPr>
          <a:xfrm>
            <a:off x="3954706" y="3801452"/>
            <a:ext cx="4511964" cy="431780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500" b="1">
                <a:solidFill>
                  <a:schemeClr val="bg1"/>
                </a:solidFill>
                <a:latin typeface="Lato Hairline" panose="020F0202020204030203"/>
                <a:cs typeface="Lato Hairline" panose="020F0202020204030203"/>
              </a:defRPr>
            </a:lvl1pPr>
          </a:lstStyle>
          <a:p>
            <a:pPr lvl="0"/>
            <a:r>
              <a:rPr lang="es-ES_tradnl" dirty="0"/>
              <a:t>TITLE HERE</a:t>
            </a:r>
            <a:endParaRPr lang="es-ES_tradnl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  <p:custDataLst>
              <p:tags r:id="rId4"/>
            </p:custDataLst>
          </p:nvPr>
        </p:nvSpPr>
        <p:spPr>
          <a:xfrm>
            <a:off x="3954706" y="4385250"/>
            <a:ext cx="4511964" cy="228451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chemeClr val="accent3"/>
                </a:solidFill>
                <a:latin typeface="Lato Light" panose="020F0302020204030203"/>
                <a:cs typeface="Lato Light" panose="020F0302020204030203"/>
              </a:defRPr>
            </a:lvl1pPr>
          </a:lstStyle>
          <a:p>
            <a:pPr lvl="0"/>
            <a:r>
              <a:rPr lang="es-ES_tradnl" dirty="0" err="1"/>
              <a:t>Ultimate</a:t>
            </a:r>
            <a:r>
              <a:rPr lang="es-ES_tradnl" dirty="0"/>
              <a:t> </a:t>
            </a:r>
            <a:r>
              <a:rPr lang="es-ES_tradnl" dirty="0" err="1"/>
              <a:t>Powerpoint</a:t>
            </a:r>
            <a:r>
              <a:rPr lang="es-ES_tradnl" dirty="0"/>
              <a:t> </a:t>
            </a:r>
            <a:r>
              <a:rPr lang="es-ES_tradnl" dirty="0" err="1"/>
              <a:t>Template</a:t>
            </a:r>
            <a:endParaRPr lang="es-ES_tradnl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6" hasCustomPrompt="1"/>
            <p:custDataLst>
              <p:tags r:id="rId5"/>
            </p:custDataLst>
          </p:nvPr>
        </p:nvSpPr>
        <p:spPr>
          <a:xfrm>
            <a:off x="3975167" y="4817825"/>
            <a:ext cx="4488039" cy="153686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.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6" Type="http://schemas.openxmlformats.org/officeDocument/2006/relationships/theme" Target="../theme/theme2.xml"/><Relationship Id="rId15" Type="http://schemas.openxmlformats.org/officeDocument/2006/relationships/tags" Target="../tags/tag324.xml"/><Relationship Id="rId14" Type="http://schemas.openxmlformats.org/officeDocument/2006/relationships/tags" Target="../tags/tag323.xml"/><Relationship Id="rId13" Type="http://schemas.openxmlformats.org/officeDocument/2006/relationships/tags" Target="../tags/tag322.xml"/><Relationship Id="rId12" Type="http://schemas.openxmlformats.org/officeDocument/2006/relationships/tags" Target="../tags/tag321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2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4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</p:spTree>
    <p:custDataLst>
      <p:tags r:id="rId15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8.xml"/><Relationship Id="rId5" Type="http://schemas.openxmlformats.org/officeDocument/2006/relationships/tags" Target="../tags/tag329.xml"/><Relationship Id="rId4" Type="http://schemas.openxmlformats.org/officeDocument/2006/relationships/tags" Target="../tags/tag328.xml"/><Relationship Id="rId3" Type="http://schemas.openxmlformats.org/officeDocument/2006/relationships/tags" Target="../tags/tag327.xml"/><Relationship Id="rId2" Type="http://schemas.openxmlformats.org/officeDocument/2006/relationships/tags" Target="../tags/tag326.xml"/><Relationship Id="rId1" Type="http://schemas.openxmlformats.org/officeDocument/2006/relationships/tags" Target="../tags/tag325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tags" Target="../tags/tag331.xml"/><Relationship Id="rId2" Type="http://schemas.openxmlformats.org/officeDocument/2006/relationships/image" Target="../media/image4.png"/><Relationship Id="rId1" Type="http://schemas.openxmlformats.org/officeDocument/2006/relationships/tags" Target="../tags/tag330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.xml"/><Relationship Id="rId5" Type="http://schemas.openxmlformats.org/officeDocument/2006/relationships/tags" Target="../tags/tag333.xml"/><Relationship Id="rId4" Type="http://schemas.openxmlformats.org/officeDocument/2006/relationships/image" Target="../media/image7.jpeg"/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tags" Target="../tags/tag33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35.xml"/><Relationship Id="rId1" Type="http://schemas.openxmlformats.org/officeDocument/2006/relationships/tags" Target="../tags/tag334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.xml"/><Relationship Id="rId5" Type="http://schemas.openxmlformats.org/officeDocument/2006/relationships/tags" Target="../tags/tag337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tags" Target="../tags/tag336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7.xml"/><Relationship Id="rId6" Type="http://schemas.openxmlformats.org/officeDocument/2006/relationships/tags" Target="../tags/tag339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tags" Target="../tags/tag338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7.xml"/><Relationship Id="rId6" Type="http://schemas.openxmlformats.org/officeDocument/2006/relationships/tags" Target="../tags/tag34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tags" Target="../tags/tag340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tags" Target="../tags/tag343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tags" Target="../tags/tag342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tags" Target="../tags/tag345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tags" Target="../tags/tag344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.xml"/><Relationship Id="rId5" Type="http://schemas.openxmlformats.org/officeDocument/2006/relationships/tags" Target="../tags/tag347.xml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tags" Target="../tags/tag346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tags" Target="../tags/tag349.xml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tags" Target="../tags/tag348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tags" Target="../tags/tag351.xml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tags" Target="../tags/tag35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53.xml"/><Relationship Id="rId1" Type="http://schemas.openxmlformats.org/officeDocument/2006/relationships/tags" Target="../tags/tag352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8.xml"/><Relationship Id="rId5" Type="http://schemas.openxmlformats.org/officeDocument/2006/relationships/tags" Target="../tags/tag358.xml"/><Relationship Id="rId4" Type="http://schemas.openxmlformats.org/officeDocument/2006/relationships/tags" Target="../tags/tag357.xml"/><Relationship Id="rId3" Type="http://schemas.openxmlformats.org/officeDocument/2006/relationships/tags" Target="../tags/tag356.xml"/><Relationship Id="rId2" Type="http://schemas.openxmlformats.org/officeDocument/2006/relationships/tags" Target="../tags/tag355.xml"/><Relationship Id="rId1" Type="http://schemas.openxmlformats.org/officeDocument/2006/relationships/tags" Target="../tags/tag3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0" y="3950964"/>
            <a:ext cx="12192000" cy="29070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550631" y="1779835"/>
            <a:ext cx="9144000" cy="1260058"/>
          </a:xfrm>
        </p:spPr>
        <p:txBody>
          <a:bodyPr>
            <a:normAutofit/>
          </a:bodyPr>
          <a:lstStyle/>
          <a:p>
            <a:r>
              <a:rPr lang="zh-CN" altLang="en-US" sz="3900" dirty="0">
                <a:solidFill>
                  <a:schemeClr val="bg1"/>
                </a:solidFill>
              </a:rPr>
              <a:t>基于</a:t>
            </a:r>
            <a:r>
              <a:rPr lang="en-US" altLang="zh-CN" sz="3900" dirty="0">
                <a:solidFill>
                  <a:schemeClr val="bg1"/>
                </a:solidFill>
              </a:rPr>
              <a:t>Flush+Reload</a:t>
            </a:r>
            <a:r>
              <a:rPr lang="zh-CN" altLang="en-US" sz="3900" dirty="0">
                <a:solidFill>
                  <a:schemeClr val="bg1"/>
                </a:solidFill>
              </a:rPr>
              <a:t>的</a:t>
            </a:r>
            <a:br>
              <a:rPr lang="zh-CN" altLang="en-US" sz="3900" dirty="0">
                <a:solidFill>
                  <a:schemeClr val="bg1"/>
                </a:solidFill>
              </a:rPr>
            </a:br>
            <a:r>
              <a:rPr lang="en-US" altLang="zh-CN" sz="3900" dirty="0">
                <a:solidFill>
                  <a:schemeClr val="bg1"/>
                </a:solidFill>
              </a:rPr>
              <a:t>DES</a:t>
            </a:r>
            <a:r>
              <a:rPr lang="zh-CN" altLang="en-US" sz="3900" dirty="0">
                <a:solidFill>
                  <a:schemeClr val="bg1"/>
                </a:solidFill>
              </a:rPr>
              <a:t>算法</a:t>
            </a:r>
            <a:r>
              <a:rPr lang="en-US" altLang="zh-CN" sz="3900" dirty="0">
                <a:solidFill>
                  <a:schemeClr val="bg1"/>
                </a:solidFill>
              </a:rPr>
              <a:t>Cache</a:t>
            </a:r>
            <a:r>
              <a:rPr lang="zh-CN" altLang="en-US" sz="3900" dirty="0">
                <a:solidFill>
                  <a:schemeClr val="bg1"/>
                </a:solidFill>
              </a:rPr>
              <a:t>计时攻击</a:t>
            </a:r>
            <a:endParaRPr lang="zh-CN" altLang="en-US" sz="3900" dirty="0">
              <a:solidFill>
                <a:schemeClr val="bg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524000" y="4552548"/>
            <a:ext cx="9144000" cy="1655762"/>
          </a:xfrm>
        </p:spPr>
        <p:txBody>
          <a:bodyPr/>
          <a:lstStyle/>
          <a:p>
            <a:r>
              <a:rPr lang="zh-CN" altLang="en-US" dirty="0">
                <a:solidFill>
                  <a:schemeClr val="accent1"/>
                </a:solidFill>
                <a:latin typeface="+mj-lt"/>
              </a:rPr>
              <a:t>杨宇鑫</a:t>
            </a:r>
            <a:endParaRPr lang="en-US" altLang="zh-CN" dirty="0">
              <a:solidFill>
                <a:schemeClr val="accent1"/>
              </a:solidFill>
              <a:latin typeface="+mj-lt"/>
            </a:endParaRPr>
          </a:p>
          <a:p>
            <a:r>
              <a:rPr lang="zh-CN" altLang="en-US" dirty="0">
                <a:solidFill>
                  <a:schemeClr val="accent1"/>
                </a:solidFill>
                <a:latin typeface="+mj-lt"/>
              </a:rPr>
              <a:t>2</a:t>
            </a:r>
            <a:r>
              <a:rPr lang="en-US" altLang="zh-CN" dirty="0">
                <a:solidFill>
                  <a:schemeClr val="accent1"/>
                </a:solidFill>
                <a:latin typeface="+mj-lt"/>
              </a:rPr>
              <a:t>026.02.</a:t>
            </a:r>
            <a:endParaRPr lang="zh-CN" altLang="en-US">
              <a:latin typeface="+mj-lt"/>
            </a:endParaRPr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1524000" y="1612241"/>
            <a:ext cx="9144000" cy="1507191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1. DES</a:t>
            </a:r>
            <a:r>
              <a:rPr lang="zh-CN" altLang="en-US">
                <a:solidFill>
                  <a:schemeClr val="bg1"/>
                </a:solidFill>
              </a:rPr>
              <a:t>算法加密</a:t>
            </a:r>
            <a:r>
              <a:rPr lang="zh-CN" altLang="en-US">
                <a:solidFill>
                  <a:schemeClr val="bg1"/>
                </a:solidFill>
              </a:rPr>
              <a:t>过程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982980"/>
            <a:ext cx="1184656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密钥预处理</a:t>
            </a:r>
            <a:r>
              <a:rPr lang="zh-CN" altLang="en-US"/>
              <a:t>：</a:t>
            </a:r>
            <a:r>
              <a:rPr lang="en-US" altLang="zh-CN"/>
              <a:t>64</a:t>
            </a:r>
            <a:r>
              <a:rPr lang="zh-CN" altLang="en-US"/>
              <a:t>位密钥</a:t>
            </a:r>
            <a:r>
              <a:rPr lang="en-US" altLang="zh-CN"/>
              <a:t> -&gt; </a:t>
            </a:r>
            <a:r>
              <a:rPr lang="en-US" altLang="zh-CN">
                <a:solidFill>
                  <a:srgbClr val="2177F9"/>
                </a:solidFill>
              </a:rPr>
              <a:t>PC-1</a:t>
            </a:r>
            <a:r>
              <a:rPr lang="zh-CN" altLang="en-US">
                <a:solidFill>
                  <a:srgbClr val="2177F9"/>
                </a:solidFill>
              </a:rPr>
              <a:t>置换</a:t>
            </a:r>
            <a:r>
              <a:rPr lang="zh-CN" altLang="en-US"/>
              <a:t>产生</a:t>
            </a:r>
            <a:r>
              <a:rPr lang="en-US" altLang="zh-CN"/>
              <a:t>56</a:t>
            </a:r>
            <a:r>
              <a:rPr lang="zh-CN" altLang="en-US"/>
              <a:t>位密钥</a:t>
            </a:r>
            <a:r>
              <a:rPr lang="en-US" altLang="zh-CN"/>
              <a:t> -&gt; </a:t>
            </a:r>
            <a:r>
              <a:rPr lang="zh-CN" altLang="en-US"/>
              <a:t>分别</a:t>
            </a:r>
            <a:r>
              <a:rPr lang="en-US" altLang="zh-CN"/>
              <a:t>16</a:t>
            </a:r>
            <a:r>
              <a:rPr lang="zh-CN" altLang="en-US"/>
              <a:t>轮</a:t>
            </a:r>
            <a:r>
              <a:rPr lang="en-US" altLang="zh-CN">
                <a:solidFill>
                  <a:srgbClr val="2177F9"/>
                </a:solidFill>
              </a:rPr>
              <a:t>循环左移</a:t>
            </a:r>
            <a:r>
              <a:rPr lang="zh-CN" altLang="en-US"/>
              <a:t>生成</a:t>
            </a:r>
            <a:r>
              <a:rPr lang="en-US" altLang="zh-CN"/>
              <a:t>16</a:t>
            </a:r>
            <a:r>
              <a:rPr lang="zh-CN" altLang="en-US"/>
              <a:t>组密钥</a:t>
            </a:r>
            <a:r>
              <a:rPr lang="en-US" altLang="zh-CN"/>
              <a:t> -&gt; </a:t>
            </a:r>
            <a:r>
              <a:rPr lang="zh-CN" altLang="en-US"/>
              <a:t>经过</a:t>
            </a:r>
            <a:r>
              <a:rPr lang="en-US" altLang="zh-CN">
                <a:solidFill>
                  <a:srgbClr val="2177F9"/>
                </a:solidFill>
              </a:rPr>
              <a:t>PC-2置换</a:t>
            </a:r>
            <a:endParaRPr lang="zh-CN" altLang="en-US"/>
          </a:p>
          <a:p>
            <a:r>
              <a:rPr lang="en-US" altLang="zh-CN"/>
              <a:t>                    </a:t>
            </a:r>
            <a:r>
              <a:rPr lang="zh-CN" altLang="en-US"/>
              <a:t>生成</a:t>
            </a:r>
            <a:r>
              <a:rPr lang="en-US" altLang="zh-CN"/>
              <a:t>16</a:t>
            </a:r>
            <a:r>
              <a:rPr lang="zh-CN" altLang="en-US"/>
              <a:t>组轮密钥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明文处理</a:t>
            </a:r>
            <a:r>
              <a:rPr lang="zh-CN" altLang="en-US"/>
              <a:t>：</a:t>
            </a:r>
            <a:r>
              <a:rPr lang="en-US" altLang="zh-CN"/>
              <a:t>   </a:t>
            </a:r>
            <a:r>
              <a:rPr lang="zh-CN" altLang="en-US"/>
              <a:t>将明文</a:t>
            </a:r>
            <a:r>
              <a:rPr lang="en-US" altLang="zh-CN">
                <a:solidFill>
                  <a:srgbClr val="2177F9"/>
                </a:solidFill>
              </a:rPr>
              <a:t>分成64bit一组</a:t>
            </a:r>
            <a:r>
              <a:rPr lang="zh-CN" altLang="en-US"/>
              <a:t>分别加密（块加密）</a:t>
            </a:r>
            <a:r>
              <a:rPr lang="en-US" altLang="zh-CN"/>
              <a:t> -&gt; </a:t>
            </a:r>
            <a:r>
              <a:rPr lang="zh-CN" altLang="en-US"/>
              <a:t>将</a:t>
            </a:r>
            <a:r>
              <a:rPr lang="en-US" altLang="zh-CN"/>
              <a:t>64bit</a:t>
            </a:r>
            <a:r>
              <a:rPr lang="zh-CN" altLang="en-US"/>
              <a:t>明文进行</a:t>
            </a:r>
            <a:r>
              <a:rPr lang="en-US" altLang="zh-CN">
                <a:solidFill>
                  <a:srgbClr val="2177F9"/>
                </a:solidFill>
              </a:rPr>
              <a:t>IP置换</a:t>
            </a:r>
            <a:r>
              <a:rPr lang="zh-CN" altLang="en-US"/>
              <a:t>并分为左</a:t>
            </a:r>
            <a:r>
              <a:rPr lang="en-US" altLang="zh-CN"/>
              <a:t>32bit -L0- </a:t>
            </a:r>
            <a:r>
              <a:rPr lang="zh-CN" altLang="en-US"/>
              <a:t>和右</a:t>
            </a:r>
            <a:r>
              <a:rPr lang="en-US" altLang="zh-CN"/>
              <a:t>32bit</a:t>
            </a:r>
            <a:endParaRPr lang="en-US" altLang="zh-CN"/>
          </a:p>
          <a:p>
            <a:r>
              <a:rPr lang="en-US" altLang="zh-CN"/>
              <a:t>                    -R0- -&gt;  L0</a:t>
            </a:r>
            <a:r>
              <a:rPr lang="zh-CN" altLang="en-US"/>
              <a:t>、</a:t>
            </a:r>
            <a:r>
              <a:rPr lang="en-US" altLang="zh-CN"/>
              <a:t>R0</a:t>
            </a:r>
            <a:r>
              <a:rPr lang="zh-CN" altLang="en-US"/>
              <a:t>会经过</a:t>
            </a:r>
            <a:r>
              <a:rPr lang="en-US" altLang="zh-CN"/>
              <a:t>16</a:t>
            </a:r>
            <a:r>
              <a:rPr lang="zh-CN" altLang="en-US"/>
              <a:t>轮的相同操作，每一轮都会有一个上面对应的轮密钥参与（</a:t>
            </a:r>
            <a:r>
              <a:rPr lang="en-US" altLang="zh-CN">
                <a:solidFill>
                  <a:srgbClr val="2177F9"/>
                </a:solidFill>
              </a:rPr>
              <a:t>轮操作</a:t>
            </a:r>
            <a:r>
              <a:rPr lang="zh-CN" altLang="en-US"/>
              <a:t>）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           </a:t>
            </a:r>
            <a:r>
              <a:rPr lang="zh-CN" altLang="en-US">
                <a:solidFill>
                  <a:srgbClr val="FF0000"/>
                </a:solidFill>
              </a:rPr>
              <a:t>轮操作</a:t>
            </a:r>
            <a:r>
              <a:rPr lang="zh-CN" altLang="en-US"/>
              <a:t>：</a:t>
            </a:r>
            <a:r>
              <a:rPr lang="en-US" altLang="zh-CN"/>
              <a:t> </a:t>
            </a:r>
            <a:r>
              <a:rPr lang="zh-CN" altLang="en-US"/>
              <a:t>将</a:t>
            </a:r>
            <a:r>
              <a:rPr lang="en-US" altLang="zh-CN"/>
              <a:t>32bitR0</a:t>
            </a:r>
            <a:r>
              <a:rPr lang="zh-CN" altLang="en-US"/>
              <a:t>进行</a:t>
            </a:r>
            <a:r>
              <a:rPr lang="en-US" altLang="zh-CN">
                <a:solidFill>
                  <a:srgbClr val="2177F9"/>
                </a:solidFill>
              </a:rPr>
              <a:t>E</a:t>
            </a:r>
            <a:r>
              <a:rPr lang="zh-CN" altLang="en-US">
                <a:solidFill>
                  <a:srgbClr val="2177F9"/>
                </a:solidFill>
              </a:rPr>
              <a:t>盒</a:t>
            </a:r>
            <a:r>
              <a:rPr lang="en-US" altLang="zh-CN">
                <a:solidFill>
                  <a:srgbClr val="2177F9"/>
                </a:solidFill>
              </a:rPr>
              <a:t>扩展</a:t>
            </a:r>
            <a:r>
              <a:rPr lang="zh-CN" altLang="en-US"/>
              <a:t>为</a:t>
            </a:r>
            <a:r>
              <a:rPr lang="en-US" altLang="zh-CN"/>
              <a:t>48bit E(R0) -&gt; </a:t>
            </a:r>
            <a:r>
              <a:rPr lang="zh-CN" altLang="en-US"/>
              <a:t>将</a:t>
            </a:r>
            <a:r>
              <a:rPr lang="en-US" altLang="zh-CN"/>
              <a:t>48bit E(R0)</a:t>
            </a:r>
            <a:r>
              <a:rPr lang="zh-CN" altLang="en-US"/>
              <a:t>与对应的轮密钥</a:t>
            </a:r>
            <a:r>
              <a:rPr lang="en-US" altLang="zh-CN">
                <a:solidFill>
                  <a:srgbClr val="2177F9"/>
                </a:solidFill>
              </a:rPr>
              <a:t>异或</a:t>
            </a:r>
            <a:r>
              <a:rPr lang="zh-CN" altLang="en-US"/>
              <a:t>生成</a:t>
            </a:r>
            <a:r>
              <a:rPr lang="en-US" altLang="zh-CN"/>
              <a:t>48bit -&gt; </a:t>
            </a:r>
            <a:endParaRPr lang="en-US" altLang="zh-CN"/>
          </a:p>
          <a:p>
            <a:r>
              <a:rPr lang="en-US" altLang="zh-CN"/>
              <a:t>                                   </a:t>
            </a:r>
            <a:r>
              <a:rPr lang="zh-CN" altLang="en-US"/>
              <a:t>将这</a:t>
            </a:r>
            <a:r>
              <a:rPr lang="en-US" altLang="zh-CN"/>
              <a:t>48bit</a:t>
            </a:r>
            <a:r>
              <a:rPr lang="zh-CN" altLang="en-US"/>
              <a:t>分成</a:t>
            </a:r>
            <a:r>
              <a:rPr lang="en-US" altLang="zh-CN"/>
              <a:t>8</a:t>
            </a:r>
            <a:r>
              <a:rPr lang="zh-CN" altLang="en-US"/>
              <a:t>组，分别对应</a:t>
            </a:r>
            <a:r>
              <a:rPr lang="en-US" altLang="zh-CN"/>
              <a:t>8</a:t>
            </a:r>
            <a:r>
              <a:rPr lang="zh-CN" altLang="en-US"/>
              <a:t>个</a:t>
            </a:r>
            <a:r>
              <a:rPr lang="en-US" altLang="zh-CN"/>
              <a:t>S</a:t>
            </a:r>
            <a:r>
              <a:rPr lang="zh-CN" altLang="en-US"/>
              <a:t>盒，每一组经</a:t>
            </a:r>
            <a:r>
              <a:rPr lang="en-US" altLang="zh-CN">
                <a:solidFill>
                  <a:srgbClr val="2177F9"/>
                </a:solidFill>
              </a:rPr>
              <a:t>S盒压缩</a:t>
            </a:r>
            <a:r>
              <a:rPr lang="zh-CN" altLang="en-US"/>
              <a:t>后生成</a:t>
            </a:r>
            <a:r>
              <a:rPr lang="en-US" altLang="zh-CN"/>
              <a:t>4bit</a:t>
            </a:r>
            <a:r>
              <a:rPr lang="zh-CN" altLang="en-US"/>
              <a:t>，总共</a:t>
            </a:r>
            <a:r>
              <a:rPr lang="en-US" altLang="zh-CN"/>
              <a:t>32bit -&gt; </a:t>
            </a:r>
            <a:endParaRPr lang="en-US" altLang="zh-CN"/>
          </a:p>
          <a:p>
            <a:r>
              <a:rPr lang="en-US" altLang="zh-CN"/>
              <a:t>                                   </a:t>
            </a:r>
            <a:r>
              <a:rPr lang="zh-CN" altLang="en-US"/>
              <a:t>将</a:t>
            </a:r>
            <a:r>
              <a:rPr lang="en-US" altLang="zh-CN"/>
              <a:t>32bit</a:t>
            </a:r>
            <a:r>
              <a:rPr lang="zh-CN" altLang="en-US"/>
              <a:t>进行</a:t>
            </a:r>
            <a:r>
              <a:rPr lang="en-US" altLang="zh-CN"/>
              <a:t>P</a:t>
            </a:r>
            <a:r>
              <a:rPr lang="zh-CN" altLang="en-US"/>
              <a:t>盒置换</a:t>
            </a:r>
            <a:r>
              <a:rPr lang="en-US" altLang="zh-CN"/>
              <a:t> -&gt; P</a:t>
            </a:r>
            <a:r>
              <a:rPr lang="zh-CN" altLang="en-US"/>
              <a:t>盒置换的结果与最初的</a:t>
            </a:r>
            <a:r>
              <a:rPr lang="en-US" altLang="zh-CN"/>
              <a:t>64</a:t>
            </a:r>
            <a:r>
              <a:rPr lang="zh-CN" altLang="en-US"/>
              <a:t>位分组左半部分</a:t>
            </a:r>
            <a:r>
              <a:rPr lang="en-US" altLang="zh-CN"/>
              <a:t>L0</a:t>
            </a:r>
            <a:r>
              <a:rPr lang="en-US" altLang="zh-CN">
                <a:solidFill>
                  <a:srgbClr val="2177F9"/>
                </a:solidFill>
              </a:rPr>
              <a:t>异或</a:t>
            </a:r>
            <a:r>
              <a:rPr lang="en-US" altLang="zh-CN"/>
              <a:t> -&gt; </a:t>
            </a:r>
            <a:endParaRPr lang="en-US" altLang="zh-CN"/>
          </a:p>
          <a:p>
            <a:r>
              <a:rPr lang="en-US" altLang="zh-CN"/>
              <a:t>                                  </a:t>
            </a:r>
            <a:r>
              <a:rPr lang="en-US" altLang="zh-CN">
                <a:solidFill>
                  <a:srgbClr val="2177F9"/>
                </a:solidFill>
              </a:rPr>
              <a:t> 左、右半部分交换</a:t>
            </a:r>
            <a:r>
              <a:rPr lang="zh-CN" altLang="en-US"/>
              <a:t>，接着开始另一轮，总共要进行</a:t>
            </a:r>
            <a:r>
              <a:rPr lang="en-US" altLang="zh-CN"/>
              <a:t>16</a:t>
            </a:r>
            <a:r>
              <a:rPr lang="zh-CN" altLang="en-US"/>
              <a:t>轮。</a:t>
            </a:r>
            <a:endParaRPr lang="zh-CN" altLang="en-US"/>
          </a:p>
          <a:p>
            <a:r>
              <a:rPr lang="en-US" altLang="zh-CN"/>
              <a:t>                    16</a:t>
            </a:r>
            <a:r>
              <a:rPr lang="zh-CN" altLang="en-US"/>
              <a:t>轮替代之后会得到最后的结果</a:t>
            </a:r>
            <a:r>
              <a:rPr lang="en-US" altLang="zh-CN"/>
              <a:t>L16</a:t>
            </a:r>
            <a:r>
              <a:rPr lang="zh-CN" altLang="en-US"/>
              <a:t>、</a:t>
            </a:r>
            <a:r>
              <a:rPr lang="en-US" altLang="zh-CN"/>
              <a:t>R16</a:t>
            </a:r>
            <a:r>
              <a:rPr lang="zh-CN" altLang="en-US"/>
              <a:t>，最后将两组数据进行</a:t>
            </a:r>
            <a:r>
              <a:rPr lang="en-US" altLang="zh-CN">
                <a:solidFill>
                  <a:srgbClr val="2177F9"/>
                </a:solidFill>
              </a:rPr>
              <a:t>左右两组交换</a:t>
            </a:r>
            <a:r>
              <a:rPr lang="en-US" altLang="zh-CN"/>
              <a:t> -&gt;</a:t>
            </a:r>
            <a:endParaRPr lang="zh-CN" altLang="en-US"/>
          </a:p>
          <a:p>
            <a:r>
              <a:rPr lang="en-US" altLang="zh-CN"/>
              <a:t>                    </a:t>
            </a:r>
            <a:r>
              <a:rPr lang="zh-CN" altLang="en-US"/>
              <a:t>将得到的</a:t>
            </a:r>
            <a:r>
              <a:rPr lang="en-US" altLang="zh-CN"/>
              <a:t>64bit</a:t>
            </a:r>
            <a:r>
              <a:rPr lang="zh-CN" altLang="en-US"/>
              <a:t>结果进行一次</a:t>
            </a:r>
            <a:r>
              <a:rPr lang="en-US" altLang="zh-CN">
                <a:solidFill>
                  <a:srgbClr val="2177F9"/>
                </a:solidFill>
              </a:rPr>
              <a:t>IP逆置换</a:t>
            </a:r>
            <a:r>
              <a:rPr lang="en-US" altLang="zh-CN"/>
              <a:t> -&gt; </a:t>
            </a:r>
            <a:r>
              <a:rPr lang="zh-CN" altLang="en-US"/>
              <a:t>得到</a:t>
            </a:r>
            <a:r>
              <a:rPr lang="en-US" altLang="zh-CN"/>
              <a:t>64bit</a:t>
            </a:r>
            <a:r>
              <a:rPr lang="zh-CN" altLang="en-US"/>
              <a:t>密文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075" y="3844290"/>
            <a:ext cx="8963025" cy="3049270"/>
          </a:xfrm>
          <a:prstGeom prst="rect">
            <a:avLst/>
          </a:prstGeom>
        </p:spPr>
      </p:pic>
      <p:sp>
        <p:nvSpPr>
          <p:cNvPr id="8" name="圆角矩形 7"/>
          <p:cNvSpPr/>
          <p:nvPr/>
        </p:nvSpPr>
        <p:spPr>
          <a:xfrm>
            <a:off x="96520" y="948690"/>
            <a:ext cx="11897995" cy="286766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 </a:t>
            </a:r>
            <a:r>
              <a:rPr lang="zh-CN" altLang="en-US">
                <a:solidFill>
                  <a:schemeClr val="bg1"/>
                </a:solidFill>
              </a:rPr>
              <a:t>攻击切入点</a:t>
            </a:r>
            <a:r>
              <a:rPr lang="en-US" altLang="zh-CN">
                <a:solidFill>
                  <a:schemeClr val="bg1"/>
                </a:solidFill>
              </a:rPr>
              <a:t>  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00025" y="1059815"/>
            <a:ext cx="7056120" cy="57296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针对</a:t>
            </a:r>
            <a:r>
              <a:rPr lang="en-US" altLang="zh-CN">
                <a:solidFill>
                  <a:srgbClr val="FF0000"/>
                </a:solidFill>
              </a:rPr>
              <a:t>DES</a:t>
            </a:r>
            <a:r>
              <a:rPr lang="zh-CN" altLang="en-US">
                <a:solidFill>
                  <a:srgbClr val="FF0000"/>
                </a:solidFill>
              </a:rPr>
              <a:t>第一轮</a:t>
            </a:r>
            <a:r>
              <a:rPr lang="en-US" altLang="zh-CN">
                <a:solidFill>
                  <a:srgbClr val="FF0000"/>
                </a:solidFill>
              </a:rPr>
              <a:t>S</a:t>
            </a:r>
            <a:r>
              <a:rPr lang="zh-CN" altLang="en-US">
                <a:solidFill>
                  <a:srgbClr val="FF0000"/>
                </a:solidFill>
              </a:rPr>
              <a:t>盒压缩</a:t>
            </a:r>
            <a:r>
              <a:rPr lang="zh-CN" altLang="en-US"/>
              <a:t>：明文经过</a:t>
            </a:r>
            <a:r>
              <a:rPr lang="en-US" altLang="zh-CN"/>
              <a:t>IP</a:t>
            </a:r>
            <a:r>
              <a:rPr lang="zh-CN" altLang="en-US"/>
              <a:t>置换后分为</a:t>
            </a:r>
            <a:r>
              <a:rPr lang="en-US" altLang="zh-CN"/>
              <a:t>L0</a:t>
            </a:r>
            <a:r>
              <a:rPr lang="zh-CN" altLang="en-US"/>
              <a:t>和</a:t>
            </a:r>
            <a:r>
              <a:rPr lang="en-US" altLang="zh-CN"/>
              <a:t>R0</a:t>
            </a:r>
            <a:r>
              <a:rPr lang="zh-CN" altLang="en-US"/>
              <a:t>，</a:t>
            </a:r>
            <a:r>
              <a:rPr lang="en-US" altLang="zh-CN"/>
              <a:t>R0</a:t>
            </a:r>
            <a:r>
              <a:rPr lang="zh-CN" altLang="en-US"/>
              <a:t>经过</a:t>
            </a:r>
            <a:r>
              <a:rPr lang="en-US" altLang="zh-CN"/>
              <a:t>E</a:t>
            </a:r>
            <a:r>
              <a:rPr lang="zh-CN" altLang="en-US"/>
              <a:t>扩展成为</a:t>
            </a:r>
            <a:r>
              <a:rPr lang="en-US" altLang="zh-CN"/>
              <a:t>48</a:t>
            </a:r>
            <a:r>
              <a:rPr lang="zh-CN" altLang="en-US"/>
              <a:t>位的</a:t>
            </a:r>
            <a:r>
              <a:rPr lang="en-US" altLang="zh-CN"/>
              <a:t>E(R0)</a:t>
            </a:r>
            <a:r>
              <a:rPr lang="zh-CN" altLang="en-US"/>
              <a:t>，</a:t>
            </a:r>
            <a:r>
              <a:rPr lang="en-US" altLang="zh-CN"/>
              <a:t>E(R0)</a:t>
            </a:r>
            <a:r>
              <a:rPr lang="zh-CN" altLang="en-US"/>
              <a:t>与</a:t>
            </a:r>
            <a:r>
              <a:rPr lang="en-US" altLang="zh-CN"/>
              <a:t>K1</a:t>
            </a:r>
            <a:r>
              <a:rPr lang="zh-CN" altLang="en-US"/>
              <a:t>异或后得到</a:t>
            </a:r>
            <a:r>
              <a:rPr lang="en-US" altLang="zh-CN"/>
              <a:t>S(R0)</a:t>
            </a:r>
            <a:r>
              <a:rPr lang="zh-CN" altLang="en-US"/>
              <a:t>，分为</a:t>
            </a:r>
            <a:r>
              <a:rPr lang="en-US" altLang="zh-CN"/>
              <a:t>8</a:t>
            </a:r>
            <a:r>
              <a:rPr lang="zh-CN" altLang="en-US"/>
              <a:t>个</a:t>
            </a:r>
            <a:r>
              <a:rPr lang="en-US" altLang="zh-CN"/>
              <a:t>6</a:t>
            </a:r>
            <a:r>
              <a:rPr lang="zh-CN" altLang="en-US"/>
              <a:t>位块，分别输入</a:t>
            </a:r>
            <a:r>
              <a:rPr lang="en-US" altLang="zh-CN"/>
              <a:t>8</a:t>
            </a:r>
            <a:r>
              <a:rPr lang="zh-CN" altLang="en-US"/>
              <a:t>个</a:t>
            </a:r>
            <a:r>
              <a:rPr lang="en-US" altLang="zh-CN"/>
              <a:t>S-box</a:t>
            </a:r>
            <a:r>
              <a:rPr lang="zh-CN" altLang="en-US"/>
              <a:t>。其中</a:t>
            </a:r>
            <a:r>
              <a:rPr lang="en-US" altLang="zh-CN"/>
              <a:t>K1</a:t>
            </a:r>
            <a:r>
              <a:rPr lang="zh-CN" altLang="en-US"/>
              <a:t>是密钥预处理后得到</a:t>
            </a:r>
            <a:r>
              <a:rPr lang="zh-CN" altLang="en-US"/>
              <a:t>的轮密钥的</a:t>
            </a:r>
            <a:r>
              <a:rPr lang="zh-CN" altLang="en-US"/>
              <a:t>第一组。</a:t>
            </a:r>
            <a:endParaRPr lang="zh-CN" altLang="en-US"/>
          </a:p>
          <a:p>
            <a:r>
              <a:rPr lang="zh-CN" altLang="en-US">
                <a:solidFill>
                  <a:srgbClr val="2177F9"/>
                </a:solidFill>
              </a:rPr>
              <a:t>分析切入点</a:t>
            </a:r>
            <a:r>
              <a:rPr lang="zh-CN" altLang="en-US"/>
              <a:t>：</a:t>
            </a:r>
            <a:r>
              <a:rPr lang="en-US" altLang="zh-CN"/>
              <a:t>E(R0) ^ K1 = S(R0)</a:t>
            </a:r>
            <a:r>
              <a:rPr lang="zh-CN" altLang="en-US"/>
              <a:t>，根据位运算结论：</a:t>
            </a:r>
            <a:r>
              <a:rPr lang="en-US" altLang="zh-CN"/>
              <a:t>K1 = E(R0) ^ S(R0)</a:t>
            </a:r>
            <a:r>
              <a:rPr lang="zh-CN" altLang="en-US"/>
              <a:t>，</a:t>
            </a:r>
            <a:r>
              <a:rPr lang="en-US" altLang="zh-CN"/>
              <a:t>E(R0)</a:t>
            </a:r>
            <a:r>
              <a:rPr lang="zh-CN" altLang="en-US"/>
              <a:t>可以通过攻击者输入的明文与公开的</a:t>
            </a:r>
            <a:r>
              <a:rPr lang="en-US" altLang="zh-CN"/>
              <a:t>DES</a:t>
            </a:r>
            <a:r>
              <a:rPr lang="zh-CN" altLang="en-US"/>
              <a:t>加密流程计算得到，如果可以得到</a:t>
            </a:r>
            <a:r>
              <a:rPr lang="en-US" altLang="zh-CN"/>
              <a:t>S(R0)</a:t>
            </a:r>
            <a:r>
              <a:rPr lang="zh-CN" altLang="en-US"/>
              <a:t>，就可以算出</a:t>
            </a:r>
            <a:r>
              <a:rPr lang="en-US" altLang="zh-CN"/>
              <a:t>K1</a:t>
            </a:r>
            <a:r>
              <a:rPr lang="zh-CN" altLang="en-US"/>
              <a:t>。那么如何得到</a:t>
            </a:r>
            <a:r>
              <a:rPr lang="en-US" altLang="zh-CN"/>
              <a:t>S(R0)</a:t>
            </a:r>
            <a:r>
              <a:rPr lang="zh-CN" altLang="en-US"/>
              <a:t>？</a:t>
            </a:r>
            <a:endParaRPr lang="zh-CN" altLang="en-US"/>
          </a:p>
          <a:p>
            <a:r>
              <a:rPr lang="en-US" altLang="zh-CN">
                <a:solidFill>
                  <a:srgbClr val="00B050"/>
                </a:solidFill>
              </a:rPr>
              <a:t>S-box</a:t>
            </a:r>
            <a:r>
              <a:rPr lang="zh-CN" altLang="en-US">
                <a:solidFill>
                  <a:srgbClr val="00B050"/>
                </a:solidFill>
              </a:rPr>
              <a:t>索引计算</a:t>
            </a:r>
            <a:r>
              <a:rPr lang="zh-CN" altLang="en-US"/>
              <a:t>：</a:t>
            </a:r>
            <a:r>
              <a:rPr lang="en-US" altLang="zh-CN"/>
              <a:t>6</a:t>
            </a:r>
            <a:r>
              <a:rPr lang="zh-CN" altLang="en-US"/>
              <a:t>位输入：</a:t>
            </a:r>
            <a:r>
              <a:rPr lang="en-US" altLang="zh-CN"/>
              <a:t>x5 x4 x3 x2 x1 x0</a:t>
            </a:r>
            <a:r>
              <a:rPr lang="zh-CN" altLang="en-US"/>
              <a:t>，</a:t>
            </a:r>
            <a:r>
              <a:rPr lang="en-US" altLang="zh-CN"/>
              <a:t>row = x5 x0</a:t>
            </a:r>
            <a:r>
              <a:rPr lang="zh-CN" altLang="en-US"/>
              <a:t>（首尾两位），</a:t>
            </a:r>
            <a:r>
              <a:rPr lang="en-US" altLang="zh-CN"/>
              <a:t>col = x4 x3 x2 x1</a:t>
            </a:r>
            <a:r>
              <a:rPr lang="zh-CN" altLang="en-US"/>
              <a:t>（中间四位），</a:t>
            </a:r>
            <a:r>
              <a:rPr lang="en-US" altLang="zh-CN"/>
              <a:t>S-box</a:t>
            </a:r>
            <a:r>
              <a:rPr lang="zh-CN" altLang="en-US"/>
              <a:t>条目索引</a:t>
            </a:r>
            <a:r>
              <a:rPr lang="en-US" altLang="zh-CN"/>
              <a:t> = row * 16 + col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通过缓存侧信道推导</a:t>
            </a:r>
            <a:r>
              <a:rPr lang="en-US" altLang="zh-CN">
                <a:solidFill>
                  <a:srgbClr val="FF0000"/>
                </a:solidFill>
              </a:rPr>
              <a:t>K1</a:t>
            </a:r>
            <a:r>
              <a:rPr lang="zh-CN" altLang="en-US">
                <a:solidFill>
                  <a:srgbClr val="FF0000"/>
                </a:solidFill>
              </a:rPr>
              <a:t>片段</a:t>
            </a:r>
            <a:r>
              <a:rPr lang="zh-CN" altLang="en-US"/>
              <a:t>：第一轮</a:t>
            </a:r>
            <a:r>
              <a:rPr lang="en-US" altLang="zh-CN"/>
              <a:t>S</a:t>
            </a:r>
            <a:r>
              <a:rPr lang="zh-CN" altLang="en-US"/>
              <a:t>盒置换中，</a:t>
            </a:r>
            <a:r>
              <a:rPr lang="en-US" altLang="zh-CN"/>
              <a:t>8</a:t>
            </a:r>
            <a:r>
              <a:rPr lang="zh-CN" altLang="en-US"/>
              <a:t>组</a:t>
            </a:r>
            <a:r>
              <a:rPr lang="en-US" altLang="zh-CN"/>
              <a:t>S</a:t>
            </a:r>
            <a:r>
              <a:rPr lang="zh-CN" altLang="en-US"/>
              <a:t>盒会被分别访问到其中的一个元素，通过共享</a:t>
            </a:r>
            <a:r>
              <a:rPr lang="en-US" altLang="zh-CN"/>
              <a:t>libdes.so</a:t>
            </a:r>
            <a:r>
              <a:rPr lang="zh-CN" altLang="en-US"/>
              <a:t>的物理页并监测</a:t>
            </a:r>
            <a:r>
              <a:rPr lang="en-US" altLang="zh-CN"/>
              <a:t>S</a:t>
            </a:r>
            <a:r>
              <a:rPr lang="zh-CN" altLang="en-US"/>
              <a:t>盒中元素加载到缓存的情况，可以推断出访问的</a:t>
            </a:r>
            <a:r>
              <a:rPr lang="en-US" altLang="zh-CN"/>
              <a:t>S-box</a:t>
            </a:r>
            <a:r>
              <a:rPr lang="zh-CN" altLang="en-US"/>
              <a:t>条目索引，进而计算出</a:t>
            </a:r>
            <a:r>
              <a:rPr lang="en-US" altLang="zh-CN">
                <a:sym typeface="+mn-ea"/>
              </a:rPr>
              <a:t>S(R0)</a:t>
            </a:r>
            <a:r>
              <a:rPr lang="zh-CN" altLang="en-US"/>
              <a:t>，由</a:t>
            </a:r>
            <a:r>
              <a:rPr lang="en-US" altLang="zh-CN">
                <a:sym typeface="+mn-ea"/>
              </a:rPr>
              <a:t>K1 = E(R0) ^ S(R0)</a:t>
            </a:r>
            <a:r>
              <a:rPr lang="zh-CN" altLang="en-US">
                <a:sym typeface="+mn-ea"/>
              </a:rPr>
              <a:t>，计算得到</a:t>
            </a:r>
            <a:r>
              <a:rPr lang="en-US" altLang="zh-CN">
                <a:sym typeface="+mn-ea"/>
              </a:rPr>
              <a:t>K1</a:t>
            </a:r>
            <a:r>
              <a:rPr lang="zh-CN" altLang="en-US">
                <a:sym typeface="+mn-ea"/>
              </a:rPr>
              <a:t>的</a:t>
            </a:r>
            <a:r>
              <a:rPr lang="zh-CN" altLang="en-US">
                <a:sym typeface="+mn-ea"/>
              </a:rPr>
              <a:t>值。</a:t>
            </a:r>
            <a:endParaRPr lang="zh-CN" altLang="en-US">
              <a:sym typeface="+mn-ea"/>
            </a:endParaRPr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密钥重建</a:t>
            </a:r>
            <a:r>
              <a:rPr lang="zh-CN" altLang="en-US">
                <a:sym typeface="+mn-ea"/>
              </a:rPr>
              <a:t>：</a:t>
            </a:r>
            <a:r>
              <a:rPr lang="zh-CN" altLang="en-US">
                <a:solidFill>
                  <a:srgbClr val="2177F9"/>
                </a:solidFill>
                <a:sym typeface="+mn-ea"/>
              </a:rPr>
              <a:t>暴力搜索</a:t>
            </a:r>
            <a:r>
              <a:rPr lang="en-US" altLang="zh-CN">
                <a:sym typeface="+mn-ea"/>
              </a:rPr>
              <a:t>8</a:t>
            </a:r>
            <a:r>
              <a:rPr lang="zh-CN" altLang="en-US">
                <a:sym typeface="+mn-ea"/>
              </a:rPr>
              <a:t>位未知位（</a:t>
            </a:r>
            <a:r>
              <a:rPr lang="en-US" altLang="zh-CN">
                <a:sym typeface="+mn-ea"/>
              </a:rPr>
              <a:t>PC-2</a:t>
            </a:r>
            <a:r>
              <a:rPr lang="zh-CN" altLang="en-US">
                <a:sym typeface="+mn-ea"/>
              </a:rPr>
              <a:t>未选中的位），由</a:t>
            </a:r>
            <a:r>
              <a:rPr lang="en-US" altLang="zh-CN">
                <a:sym typeface="+mn-ea"/>
              </a:rPr>
              <a:t>48</a:t>
            </a:r>
            <a:r>
              <a:rPr lang="zh-CN" altLang="en-US">
                <a:sym typeface="+mn-ea"/>
              </a:rPr>
              <a:t>位</a:t>
            </a:r>
            <a:r>
              <a:rPr lang="en-US" altLang="zh-CN">
                <a:sym typeface="+mn-ea"/>
              </a:rPr>
              <a:t>K1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8</a:t>
            </a:r>
            <a:r>
              <a:rPr lang="zh-CN" altLang="en-US">
                <a:sym typeface="+mn-ea"/>
              </a:rPr>
              <a:t>位未知位重建</a:t>
            </a:r>
            <a:r>
              <a:rPr lang="en-US" altLang="zh-CN">
                <a:sym typeface="+mn-ea"/>
              </a:rPr>
              <a:t>56</a:t>
            </a:r>
            <a:r>
              <a:rPr lang="zh-CN" altLang="en-US">
                <a:sym typeface="+mn-ea"/>
              </a:rPr>
              <a:t>位</a:t>
            </a:r>
            <a:r>
              <a:rPr lang="en-US" altLang="zh-CN">
                <a:sym typeface="+mn-ea"/>
              </a:rPr>
              <a:t>C1D1</a:t>
            </a:r>
            <a:r>
              <a:rPr lang="zh-CN" altLang="en-US">
                <a:sym typeface="+mn-ea"/>
              </a:rPr>
              <a:t>，循环右移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位得到</a:t>
            </a:r>
            <a:r>
              <a:rPr lang="en-US" altLang="zh-CN">
                <a:sym typeface="+mn-ea"/>
              </a:rPr>
              <a:t>C0D0</a:t>
            </a:r>
            <a:r>
              <a:rPr lang="zh-CN" altLang="en-US">
                <a:sym typeface="+mn-ea"/>
              </a:rPr>
              <a:t>，逆</a:t>
            </a:r>
            <a:r>
              <a:rPr lang="en-US" altLang="zh-CN">
                <a:sym typeface="+mn-ea"/>
              </a:rPr>
              <a:t>PC-1</a:t>
            </a:r>
            <a:r>
              <a:rPr lang="zh-CN" altLang="en-US">
                <a:sym typeface="+mn-ea"/>
              </a:rPr>
              <a:t>置换得到</a:t>
            </a:r>
            <a:r>
              <a:rPr lang="en-US" altLang="zh-CN">
                <a:sym typeface="+mn-ea"/>
              </a:rPr>
              <a:t>64</a:t>
            </a:r>
            <a:r>
              <a:rPr lang="zh-CN" altLang="en-US">
                <a:sym typeface="+mn-ea"/>
              </a:rPr>
              <a:t>位推测密钥（含奇偶校验位），</a:t>
            </a:r>
            <a:r>
              <a:rPr lang="zh-CN" altLang="en-US">
                <a:solidFill>
                  <a:srgbClr val="2177F9"/>
                </a:solidFill>
                <a:sym typeface="+mn-ea"/>
              </a:rPr>
              <a:t>分别使用推测密钥与原始密钥对明文进行加密，比较加密得到的密文是否相同；如果相同，则此推测密钥的值就是原始密钥，原始密钥的值被泄露获取。</a:t>
            </a:r>
            <a:endParaRPr lang="zh-CN" altLang="en-US">
              <a:solidFill>
                <a:srgbClr val="2177F9"/>
              </a:solidFill>
              <a:sym typeface="+mn-ea"/>
            </a:endParaRPr>
          </a:p>
        </p:txBody>
      </p:sp>
      <p:pic>
        <p:nvPicPr>
          <p:cNvPr id="6" name="图片 5" descr="v2-8118ba321582ef09cf4c2449e37f1ec2_1440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6145" y="1059815"/>
            <a:ext cx="4897755" cy="2219960"/>
          </a:xfrm>
          <a:prstGeom prst="rect">
            <a:avLst/>
          </a:prstGeom>
        </p:spPr>
      </p:pic>
      <p:pic>
        <p:nvPicPr>
          <p:cNvPr id="7" name="图片 6" descr="v2-94400c7c66f6cc975c889a0e2b298be2_1440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065" y="3419475"/>
            <a:ext cx="4902835" cy="272859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 </a:t>
            </a:r>
            <a:r>
              <a:rPr lang="zh-CN" altLang="en-US">
                <a:solidFill>
                  <a:schemeClr val="bg1"/>
                </a:solidFill>
              </a:rPr>
              <a:t>实验过程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实验</a:t>
            </a:r>
            <a:r>
              <a:rPr lang="zh-CN" altLang="en-US">
                <a:solidFill>
                  <a:schemeClr val="bg1"/>
                </a:solidFill>
              </a:rPr>
              <a:t>环境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635" y="955040"/>
            <a:ext cx="12192635" cy="59029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3.1 </a:t>
            </a:r>
            <a:r>
              <a:rPr lang="zh-CN" altLang="en-US"/>
              <a:t>实验环境：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硬件环境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2177F9"/>
                </a:solidFill>
              </a:rPr>
              <a:t>CPU型号</a:t>
            </a:r>
            <a:r>
              <a:rPr lang="en-US" altLang="zh-CN"/>
              <a:t>: 11th Gen Intel(R) Core(TM) i5-1135G7 @ 2.40GHz</a:t>
            </a:r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</a:rPr>
              <a:t>CPU核心数</a:t>
            </a:r>
            <a:r>
              <a:rPr lang="en-US" altLang="zh-CN"/>
              <a:t>: 2</a:t>
            </a:r>
            <a:r>
              <a:rPr lang="zh-CN" altLang="en-US"/>
              <a:t>核</a:t>
            </a:r>
            <a:endParaRPr lang="zh-CN" altLang="en-US"/>
          </a:p>
          <a:p>
            <a:r>
              <a:rPr lang="zh-CN" altLang="en-US">
                <a:solidFill>
                  <a:srgbClr val="2177F9"/>
                </a:solidFill>
              </a:rPr>
              <a:t>内存</a:t>
            </a:r>
            <a:r>
              <a:rPr lang="en-US" altLang="zh-CN"/>
              <a:t>: 2GB</a:t>
            </a:r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</a:rPr>
              <a:t>架构</a:t>
            </a:r>
            <a:r>
              <a:rPr lang="en-US" altLang="zh-CN"/>
              <a:t>: x86_64</a:t>
            </a:r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</a:rPr>
              <a:t>缓存行大小</a:t>
            </a:r>
            <a:r>
              <a:rPr lang="en-US" altLang="zh-CN"/>
              <a:t>: 64</a:t>
            </a:r>
            <a:r>
              <a:rPr lang="zh-CN" altLang="en-US"/>
              <a:t>字节</a:t>
            </a:r>
            <a:endParaRPr lang="en-US" altLang="zh-CN"/>
          </a:p>
          <a:p>
            <a:pPr algn="l">
              <a:buClrTx/>
              <a:buSzTx/>
              <a:buFontTx/>
            </a:pPr>
            <a:r>
              <a:rPr lang="zh-CN" altLang="en-US">
                <a:solidFill>
                  <a:srgbClr val="FF0000"/>
                </a:solidFill>
              </a:rPr>
              <a:t>软件环境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2177F9"/>
                </a:solidFill>
              </a:rPr>
              <a:t>操作系统</a:t>
            </a:r>
            <a:r>
              <a:rPr lang="en-US" altLang="zh-CN"/>
              <a:t>: Ubuntu 20.04.6 LTS (Focal Fossa)</a:t>
            </a:r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</a:rPr>
              <a:t>内核版本</a:t>
            </a:r>
            <a:r>
              <a:rPr lang="en-US" altLang="zh-CN"/>
              <a:t>: Linux 5.15.0-139-generic</a:t>
            </a:r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</a:rPr>
              <a:t>编译器</a:t>
            </a:r>
            <a:r>
              <a:rPr lang="en-US" altLang="zh-CN"/>
              <a:t>: GCC 9.4.0</a:t>
            </a:r>
            <a:endParaRPr lang="en-US" altLang="zh-CN"/>
          </a:p>
          <a:p>
            <a:pPr algn="l">
              <a:buClrTx/>
              <a:buSzTx/>
              <a:buFontTx/>
            </a:pPr>
            <a:r>
              <a:rPr lang="zh-CN" altLang="en-US">
                <a:solidFill>
                  <a:srgbClr val="FF0000"/>
                </a:solidFill>
              </a:rPr>
              <a:t>编译选项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en-US" altLang="zh-CN"/>
              <a:t>CC = gcc</a:t>
            </a:r>
            <a:endParaRPr lang="en-US" altLang="zh-CN"/>
          </a:p>
          <a:p>
            <a:r>
              <a:rPr lang="en-US" altLang="zh-CN"/>
              <a:t>CFLAGS = -O0 -g -march=native -Wall -fPIC -Wno-unused-result -fno-stack-protector</a:t>
            </a:r>
            <a:endParaRPr lang="en-US" altLang="zh-CN"/>
          </a:p>
          <a:p>
            <a:r>
              <a:rPr lang="en-US" altLang="zh-CN"/>
              <a:t>LDFLAGS = -ldl -pthread</a:t>
            </a:r>
            <a:endParaRPr lang="en-US" altLang="zh-CN"/>
          </a:p>
          <a:p>
            <a:pPr algn="l">
              <a:buClrTx/>
              <a:buSzTx/>
              <a:buFontTx/>
            </a:pPr>
            <a:r>
              <a:rPr lang="zh-CN" altLang="en-US">
                <a:solidFill>
                  <a:srgbClr val="FF0000"/>
                </a:solidFill>
              </a:rPr>
              <a:t>编译选项说明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2177F9"/>
                </a:solidFill>
              </a:rPr>
              <a:t>-O0</a:t>
            </a:r>
            <a:r>
              <a:rPr lang="en-US" altLang="zh-CN"/>
              <a:t>: </a:t>
            </a:r>
            <a:r>
              <a:rPr lang="zh-CN" altLang="en-US"/>
              <a:t>禁用优化，确保内存访问不被编译器优化掉</a:t>
            </a:r>
            <a:endParaRPr lang="zh-CN" altLang="en-US"/>
          </a:p>
          <a:p>
            <a:r>
              <a:rPr lang="zh-CN" altLang="en-US">
                <a:solidFill>
                  <a:srgbClr val="2177F9"/>
                </a:solidFill>
              </a:rPr>
              <a:t>-march=native</a:t>
            </a:r>
            <a:r>
              <a:rPr lang="en-US" altLang="zh-CN"/>
              <a:t>: </a:t>
            </a:r>
            <a:r>
              <a:rPr lang="zh-CN" altLang="en-US"/>
              <a:t>针对当前</a:t>
            </a:r>
            <a:r>
              <a:rPr lang="en-US" altLang="zh-CN"/>
              <a:t>CPU</a:t>
            </a:r>
            <a:r>
              <a:rPr lang="zh-CN" altLang="en-US"/>
              <a:t>架构优化</a:t>
            </a:r>
            <a:endParaRPr lang="zh-CN" altLang="en-US"/>
          </a:p>
          <a:p>
            <a:r>
              <a:rPr lang="zh-CN" altLang="en-US">
                <a:solidFill>
                  <a:srgbClr val="2177F9"/>
                </a:solidFill>
              </a:rPr>
              <a:t>-fPIC</a:t>
            </a:r>
            <a:r>
              <a:rPr lang="en-US" altLang="zh-CN"/>
              <a:t>: </a:t>
            </a:r>
            <a:r>
              <a:rPr lang="zh-CN" altLang="en-US"/>
              <a:t>生成位置无关代码（共享库必需）</a:t>
            </a:r>
            <a:endParaRPr lang="zh-CN" altLang="en-US"/>
          </a:p>
          <a:p>
            <a:r>
              <a:rPr lang="zh-CN" altLang="en-US">
                <a:solidFill>
                  <a:srgbClr val="2177F9"/>
                </a:solidFill>
              </a:rPr>
              <a:t>-no-pie</a:t>
            </a:r>
            <a:r>
              <a:rPr lang="en-US" altLang="zh-CN"/>
              <a:t>: </a:t>
            </a:r>
            <a:r>
              <a:rPr lang="zh-CN" altLang="en-US"/>
              <a:t>生成非位置无关可执行文件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3.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实验过程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 - 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des.c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7780" y="1005840"/>
            <a:ext cx="12209145" cy="58515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3.2 </a:t>
            </a:r>
            <a:r>
              <a:rPr lang="zh-CN" altLang="en-US">
                <a:solidFill>
                  <a:srgbClr val="FF0000"/>
                </a:solidFill>
              </a:rPr>
              <a:t>构建</a:t>
            </a:r>
            <a:r>
              <a:rPr lang="en-US" altLang="zh-CN">
                <a:solidFill>
                  <a:srgbClr val="FF0000"/>
                </a:solidFill>
              </a:rPr>
              <a:t>DES</a:t>
            </a:r>
            <a:r>
              <a:rPr lang="zh-CN" altLang="en-US">
                <a:solidFill>
                  <a:srgbClr val="FF0000"/>
                </a:solidFill>
              </a:rPr>
              <a:t>加密共享库</a:t>
            </a:r>
            <a:r>
              <a:rPr lang="zh-CN" altLang="en-US"/>
              <a:t>：根据</a:t>
            </a:r>
            <a:r>
              <a:rPr lang="en-US" altLang="zh-CN"/>
              <a:t>FIPS</a:t>
            </a:r>
            <a:r>
              <a:rPr lang="zh-CN" altLang="en-US"/>
              <a:t>标准构建了</a:t>
            </a:r>
            <a:r>
              <a:rPr lang="en-US" altLang="zh-CN"/>
              <a:t>DES</a:t>
            </a:r>
            <a:r>
              <a:rPr lang="zh-CN" altLang="en-US"/>
              <a:t>加密算法源文件</a:t>
            </a:r>
            <a:r>
              <a:rPr lang="en-US" altLang="zh-CN">
                <a:solidFill>
                  <a:srgbClr val="FF0000"/>
                </a:solidFill>
              </a:rPr>
              <a:t>des.c</a:t>
            </a:r>
            <a:r>
              <a:rPr lang="zh-CN" altLang="en-US"/>
              <a:t>，编译生成</a:t>
            </a:r>
            <a:r>
              <a:rPr lang="en-US" altLang="zh-CN"/>
              <a:t> DES </a:t>
            </a:r>
            <a:r>
              <a:rPr lang="zh-CN" altLang="en-US"/>
              <a:t>加密共享库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libdes.so</a:t>
            </a:r>
            <a:endParaRPr lang="en-US" altLang="zh-CN">
              <a:solidFill>
                <a:srgbClr val="2177F9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300" y="1956435"/>
            <a:ext cx="4164965" cy="8407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780" y="1680210"/>
            <a:ext cx="3709670" cy="45034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1890" y="1680210"/>
            <a:ext cx="3683635" cy="450342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511415" y="1376045"/>
            <a:ext cx="4553585" cy="53581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为了满足实验需求，需要对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SBox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结构定义进行修改：</a:t>
            </a:r>
            <a:endParaRPr lang="zh-CN" altLang="en-US">
              <a:solidFill>
                <a:srgbClr val="FF0000"/>
              </a:solidFill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设计目的</a:t>
            </a:r>
            <a:r>
              <a:rPr lang="zh-CN" altLang="en-US">
                <a:sym typeface="+mn-ea"/>
              </a:rPr>
              <a:t>：使每个</a:t>
            </a:r>
            <a:r>
              <a:rPr lang="en-US" altLang="zh-CN">
                <a:sym typeface="+mn-ea"/>
              </a:rPr>
              <a:t> S-box </a:t>
            </a:r>
            <a:r>
              <a:rPr lang="zh-CN" altLang="en-US">
                <a:sym typeface="+mn-ea"/>
              </a:rPr>
              <a:t>条目占用独立的缓存行</a:t>
            </a:r>
            <a:endParaRPr lang="en-US" altLang="zh-CN"/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内存布局</a:t>
            </a:r>
            <a:r>
              <a:rPr lang="zh-CN" altLang="en-US">
                <a:sym typeface="+mn-ea"/>
              </a:rPr>
              <a:t>：</a:t>
            </a:r>
            <a:endParaRPr lang="zh-CN" altLang="en-US"/>
          </a:p>
          <a:p>
            <a:r>
              <a:rPr lang="en-US" altLang="zh-CN">
                <a:solidFill>
                  <a:srgbClr val="2177F9"/>
                </a:solidFill>
                <a:sym typeface="+mn-ea"/>
              </a:rPr>
              <a:t>data[64][16]</a:t>
            </a:r>
            <a:r>
              <a:rPr lang="zh-CN" altLang="en-US">
                <a:sym typeface="+mn-ea"/>
              </a:rPr>
              <a:t>：</a:t>
            </a:r>
            <a:r>
              <a:rPr lang="en-US" altLang="zh-CN">
                <a:sym typeface="+mn-ea"/>
              </a:rPr>
              <a:t>64 </a:t>
            </a:r>
            <a:r>
              <a:rPr lang="zh-CN" altLang="en-US">
                <a:sym typeface="+mn-ea"/>
              </a:rPr>
              <a:t>个条目，每个条目包含</a:t>
            </a:r>
            <a:r>
              <a:rPr lang="en-US" altLang="zh-CN">
                <a:sym typeface="+mn-ea"/>
              </a:rPr>
              <a:t> 16 </a:t>
            </a:r>
            <a:r>
              <a:rPr lang="zh-CN" altLang="en-US">
                <a:sym typeface="+mn-ea"/>
              </a:rPr>
              <a:t>个</a:t>
            </a:r>
            <a:r>
              <a:rPr lang="en-US" altLang="zh-CN">
                <a:sym typeface="+mn-ea"/>
              </a:rPr>
              <a:t> uint32_t</a:t>
            </a:r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  <a:sym typeface="+mn-ea"/>
              </a:rPr>
              <a:t>每个条目实际大小</a:t>
            </a:r>
            <a:r>
              <a:rPr lang="zh-CN" altLang="en-US">
                <a:sym typeface="+mn-ea"/>
              </a:rPr>
              <a:t>：</a:t>
            </a:r>
            <a:r>
              <a:rPr lang="en-US" altLang="zh-CN">
                <a:sym typeface="+mn-ea"/>
              </a:rPr>
              <a:t>16 * 4 = 64 </a:t>
            </a:r>
            <a:r>
              <a:rPr lang="zh-CN" altLang="en-US">
                <a:sym typeface="+mn-ea"/>
              </a:rPr>
              <a:t>字节</a:t>
            </a:r>
            <a:r>
              <a:rPr lang="en-US" altLang="zh-CN">
                <a:sym typeface="+mn-ea"/>
              </a:rPr>
              <a:t> = 1 </a:t>
            </a:r>
            <a:r>
              <a:rPr lang="zh-CN" altLang="en-US">
                <a:sym typeface="+mn-ea"/>
              </a:rPr>
              <a:t>个缓存行</a:t>
            </a:r>
            <a:endParaRPr lang="zh-CN" altLang="en-US"/>
          </a:p>
          <a:p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实际只使用</a:t>
            </a:r>
            <a:r>
              <a:rPr lang="en-US" altLang="zh-CN">
                <a:sym typeface="+mn-ea"/>
              </a:rPr>
              <a:t> data[i][0]</a:t>
            </a:r>
            <a:r>
              <a:rPr lang="zh-CN" altLang="en-US">
                <a:sym typeface="+mn-ea"/>
              </a:rPr>
              <a:t>，其余</a:t>
            </a:r>
            <a:r>
              <a:rPr lang="en-US" altLang="zh-CN">
                <a:sym typeface="+mn-ea"/>
              </a:rPr>
              <a:t> 15 </a:t>
            </a:r>
            <a:r>
              <a:rPr lang="zh-CN" altLang="en-US">
                <a:sym typeface="+mn-ea"/>
              </a:rPr>
              <a:t>个元素用于填充对齐</a:t>
            </a:r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  <a:sym typeface="+mn-ea"/>
              </a:rPr>
              <a:t>__attribute__((aligned(4096)))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 </a:t>
            </a:r>
            <a:r>
              <a:rPr lang="zh-CN" altLang="en-US">
                <a:solidFill>
                  <a:srgbClr val="2177F9"/>
                </a:solidFill>
                <a:sym typeface="+mn-ea"/>
              </a:rPr>
              <a:t>编译器属性</a:t>
            </a:r>
            <a:r>
              <a:rPr lang="zh-CN" altLang="en-US">
                <a:sym typeface="+mn-ea"/>
              </a:rPr>
              <a:t>：</a:t>
            </a:r>
            <a:endParaRPr lang="zh-CN" altLang="en-US"/>
          </a:p>
          <a:p>
            <a:r>
              <a:rPr lang="zh-CN" altLang="en-US">
                <a:sym typeface="+mn-ea"/>
              </a:rPr>
              <a:t>将整个</a:t>
            </a:r>
            <a:r>
              <a:rPr lang="en-US" altLang="zh-CN">
                <a:sym typeface="+mn-ea"/>
              </a:rPr>
              <a:t> SBox </a:t>
            </a:r>
            <a:r>
              <a:rPr lang="zh-CN" altLang="en-US">
                <a:sym typeface="+mn-ea"/>
              </a:rPr>
              <a:t>结构按</a:t>
            </a:r>
            <a:r>
              <a:rPr lang="en-US" altLang="zh-CN">
                <a:sym typeface="+mn-ea"/>
              </a:rPr>
              <a:t> 4KB </a:t>
            </a:r>
            <a:r>
              <a:rPr lang="zh-CN" altLang="en-US">
                <a:sym typeface="+mn-ea"/>
              </a:rPr>
              <a:t>页边界对齐</a:t>
            </a:r>
            <a:endParaRPr lang="zh-CN" altLang="en-US"/>
          </a:p>
          <a:p>
            <a:r>
              <a:rPr lang="zh-CN" altLang="en-US">
                <a:sym typeface="+mn-ea"/>
              </a:rPr>
              <a:t>确保不同</a:t>
            </a:r>
            <a:r>
              <a:rPr lang="en-US" altLang="zh-CN">
                <a:sym typeface="+mn-ea"/>
              </a:rPr>
              <a:t> S-box </a:t>
            </a:r>
            <a:r>
              <a:rPr lang="zh-CN" altLang="en-US">
                <a:sym typeface="+mn-ea"/>
              </a:rPr>
              <a:t>之间不会共享同一页，避免页表干扰</a:t>
            </a:r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3.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实验过程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 - spy.c -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动态链接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共享库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6840" y="986790"/>
            <a:ext cx="12075795" cy="5871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3.3 </a:t>
            </a:r>
            <a:r>
              <a:rPr lang="zh-CN" altLang="en-US"/>
              <a:t>构建</a:t>
            </a:r>
            <a:r>
              <a:rPr lang="en-US" altLang="zh-CN">
                <a:solidFill>
                  <a:srgbClr val="FF0000"/>
                </a:solidFill>
              </a:rPr>
              <a:t>spy.c</a:t>
            </a:r>
            <a:r>
              <a:rPr lang="zh-CN" altLang="en-US"/>
              <a:t>代码</a:t>
            </a:r>
            <a:r>
              <a:rPr lang="zh-CN" altLang="en-US"/>
              <a:t>文件，执行攻击流程。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3.3.1 </a:t>
            </a:r>
            <a:r>
              <a:rPr lang="zh-CN" altLang="en-US"/>
              <a:t>首先使用</a:t>
            </a:r>
            <a:r>
              <a:rPr lang="en-US" altLang="zh-CN"/>
              <a:t> load_des_library() </a:t>
            </a:r>
            <a:r>
              <a:rPr lang="zh-CN" altLang="en-US"/>
              <a:t>通过</a:t>
            </a:r>
            <a:r>
              <a:rPr lang="en-US" altLang="zh-CN"/>
              <a:t> </a:t>
            </a:r>
            <a:r>
              <a:rPr lang="zh-CN" altLang="en-US">
                <a:solidFill>
                  <a:srgbClr val="FF0000"/>
                </a:solidFill>
              </a:rPr>
              <a:t>动态链接技术</a:t>
            </a:r>
            <a:r>
              <a:rPr lang="en-US" altLang="zh-CN"/>
              <a:t> </a:t>
            </a:r>
            <a:r>
              <a:rPr lang="zh-CN" altLang="en-US"/>
              <a:t>实现了</a:t>
            </a:r>
            <a:r>
              <a:rPr lang="en-US" altLang="zh-CN"/>
              <a:t> DES </a:t>
            </a:r>
            <a:r>
              <a:rPr lang="zh-CN" altLang="en-US"/>
              <a:t>共享库的加载和函数解析。</a:t>
            </a:r>
            <a:endParaRPr lang="zh-CN" altLang="en-US"/>
          </a:p>
          <a:p>
            <a:r>
              <a:rPr lang="zh-CN" altLang="en-US"/>
              <a:t>流程：</a:t>
            </a:r>
            <a:endParaRPr lang="en-US" altLang="zh-CN"/>
          </a:p>
          <a:p>
            <a:r>
              <a:rPr lang="zh-CN" altLang="en-US"/>
              <a:t>①</a:t>
            </a:r>
            <a:r>
              <a:rPr lang="en-US" altLang="zh-CN"/>
              <a:t> </a:t>
            </a:r>
            <a:r>
              <a:rPr lang="zh-CN" altLang="en-US"/>
              <a:t>定义了三个</a:t>
            </a:r>
            <a:r>
              <a:rPr lang="zh-CN" altLang="en-US">
                <a:solidFill>
                  <a:srgbClr val="2177F9"/>
                </a:solidFill>
              </a:rPr>
              <a:t>函数指针</a:t>
            </a:r>
            <a:r>
              <a:rPr lang="zh-CN" altLang="en-US"/>
              <a:t>类型，</a:t>
            </a:r>
            <a:r>
              <a:rPr lang="zh-CN" altLang="en-US"/>
              <a:t>确定了从共享</a:t>
            </a:r>
            <a:endParaRPr lang="zh-CN" altLang="en-US"/>
          </a:p>
          <a:p>
            <a:r>
              <a:rPr lang="zh-CN" altLang="en-US"/>
              <a:t>库中加载的函数的签名</a:t>
            </a:r>
            <a:r>
              <a:rPr lang="en-US" altLang="zh-CN"/>
              <a:t> </a:t>
            </a:r>
            <a:r>
              <a:rPr lang="zh-CN" altLang="en-US"/>
              <a:t>，确保类型安全。</a:t>
            </a:r>
            <a:endParaRPr lang="zh-CN" altLang="en-US"/>
          </a:p>
          <a:p>
            <a:r>
              <a:rPr lang="zh-CN" altLang="en-US"/>
              <a:t>②</a:t>
            </a:r>
            <a:r>
              <a:rPr lang="en-US" altLang="zh-CN"/>
              <a:t> </a:t>
            </a:r>
            <a:r>
              <a:rPr lang="zh-CN" altLang="en-US"/>
              <a:t>通过</a:t>
            </a:r>
            <a:r>
              <a:rPr lang="en-US" altLang="zh-CN">
                <a:solidFill>
                  <a:srgbClr val="2177F9"/>
                </a:solidFill>
              </a:rPr>
              <a:t>dlopen</a:t>
            </a:r>
            <a:r>
              <a:rPr lang="zh-CN" altLang="en-US"/>
              <a:t>系统调用打开</a:t>
            </a:r>
            <a:r>
              <a:rPr lang="zh-CN" altLang="en-US"/>
              <a:t>共享库</a:t>
            </a:r>
            <a:endParaRPr lang="zh-CN" altLang="en-US"/>
          </a:p>
          <a:p>
            <a:r>
              <a:rPr lang="zh-CN" altLang="en-US"/>
              <a:t>③</a:t>
            </a:r>
            <a:r>
              <a:rPr lang="en-US" altLang="zh-CN"/>
              <a:t> </a:t>
            </a:r>
            <a:r>
              <a:rPr lang="zh-CN" altLang="en-US"/>
              <a:t>通过</a:t>
            </a:r>
            <a:r>
              <a:rPr lang="en-US" altLang="zh-CN">
                <a:solidFill>
                  <a:srgbClr val="2177F9"/>
                </a:solidFill>
              </a:rPr>
              <a:t>dlsym</a:t>
            </a:r>
            <a:r>
              <a:rPr lang="zh-CN" altLang="en-US"/>
              <a:t>系统调用从已加载的共享库</a:t>
            </a:r>
            <a:r>
              <a:rPr lang="zh-CN" altLang="en-US"/>
              <a:t>中</a:t>
            </a:r>
            <a:endParaRPr lang="zh-CN" altLang="en-US"/>
          </a:p>
          <a:p>
            <a:r>
              <a:rPr lang="zh-CN" altLang="en-US"/>
              <a:t>获取符号地址并返回其</a:t>
            </a:r>
            <a:r>
              <a:rPr lang="zh-CN" altLang="en-US"/>
              <a:t>函数指针。</a:t>
            </a:r>
            <a:endParaRPr lang="zh-CN" altLang="en-US"/>
          </a:p>
          <a:p>
            <a:r>
              <a:rPr lang="zh-CN" altLang="en-US"/>
              <a:t>其中；</a:t>
            </a:r>
            <a:endParaRPr lang="zh-CN" altLang="en-US"/>
          </a:p>
          <a:p>
            <a:r>
              <a:rPr lang="en-US" altLang="zh-CN">
                <a:solidFill>
                  <a:srgbClr val="2177F9"/>
                </a:solidFill>
              </a:rPr>
              <a:t>des_encrypt_first_round</a:t>
            </a:r>
            <a:r>
              <a:rPr lang="en-US" altLang="zh-CN"/>
              <a:t> : DES </a:t>
            </a:r>
            <a:r>
              <a:rPr lang="zh-CN" altLang="en-US"/>
              <a:t>第一轮加密（攻击目标）</a:t>
            </a:r>
            <a:endParaRPr lang="zh-CN" altLang="en-US"/>
          </a:p>
          <a:p>
            <a:r>
              <a:rPr lang="en-US" altLang="zh-CN">
                <a:solidFill>
                  <a:srgbClr val="2177F9"/>
                </a:solidFill>
              </a:rPr>
              <a:t>des_encrypt_full</a:t>
            </a:r>
            <a:r>
              <a:rPr lang="en-US" altLang="zh-CN"/>
              <a:t> : </a:t>
            </a:r>
            <a:r>
              <a:rPr lang="zh-CN" altLang="en-US"/>
              <a:t>完整</a:t>
            </a:r>
            <a:r>
              <a:rPr lang="en-US" altLang="zh-CN"/>
              <a:t> DES </a:t>
            </a:r>
            <a:r>
              <a:rPr lang="zh-CN" altLang="en-US"/>
              <a:t>加密</a:t>
            </a:r>
            <a:endParaRPr lang="zh-CN" altLang="en-US"/>
          </a:p>
          <a:p>
            <a:r>
              <a:rPr lang="en-US" altLang="zh-CN">
                <a:solidFill>
                  <a:srgbClr val="2177F9"/>
                </a:solidFill>
              </a:rPr>
              <a:t>get_sboxes</a:t>
            </a:r>
            <a:r>
              <a:rPr lang="en-US" altLang="zh-CN"/>
              <a:t> : </a:t>
            </a:r>
            <a:r>
              <a:rPr lang="zh-CN" altLang="en-US"/>
              <a:t>获取</a:t>
            </a:r>
            <a:r>
              <a:rPr lang="en-US" altLang="zh-CN"/>
              <a:t> S-box </a:t>
            </a:r>
            <a:r>
              <a:rPr lang="zh-CN" altLang="en-US"/>
              <a:t>地址</a:t>
            </a:r>
            <a:endParaRPr lang="zh-CN" altLang="en-US"/>
          </a:p>
          <a:p>
            <a:r>
              <a:rPr lang="zh-CN" altLang="en-US"/>
              <a:t>例如：可以通过</a:t>
            </a:r>
            <a:r>
              <a:rPr lang="en-US" altLang="zh-CN"/>
              <a:t>get_sboxes()</a:t>
            </a:r>
            <a:r>
              <a:rPr lang="zh-CN" altLang="en-US"/>
              <a:t>获取</a:t>
            </a:r>
            <a:r>
              <a:rPr lang="en-US" altLang="zh-CN"/>
              <a:t>DES</a:t>
            </a:r>
            <a:r>
              <a:rPr lang="zh-CN" altLang="en-US"/>
              <a:t>加密使用的</a:t>
            </a:r>
            <a:r>
              <a:rPr lang="en-US" altLang="zh-CN"/>
              <a:t>S</a:t>
            </a:r>
            <a:r>
              <a:rPr lang="zh-CN" altLang="en-US"/>
              <a:t>盒。</a:t>
            </a:r>
            <a:r>
              <a:rPr lang="en-US" altLang="zh-CN"/>
              <a:t> </a:t>
            </a: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1225" y="2005330"/>
            <a:ext cx="7362825" cy="6667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75" y="2722245"/>
            <a:ext cx="4486275" cy="2190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5350" y="2973070"/>
            <a:ext cx="7376795" cy="6191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7860" y="4612640"/>
            <a:ext cx="1457325" cy="24765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3.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实验过程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 - spy.c -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动态校准缓存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阈值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948690"/>
            <a:ext cx="5522595" cy="22790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3.3.2 </a:t>
            </a:r>
            <a:r>
              <a:rPr lang="en-US" altLang="zh-CN">
                <a:sym typeface="+mn-ea"/>
              </a:rPr>
              <a:t>calibrate_threshold() - 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动态校准缓存阈值</a:t>
            </a:r>
            <a:endParaRPr lang="zh-CN" altLang="en-US">
              <a:solidFill>
                <a:srgbClr val="FF0000"/>
              </a:solidFill>
              <a:sym typeface="+mn-ea"/>
            </a:endParaRPr>
          </a:p>
          <a:p>
            <a:r>
              <a:rPr lang="zh-CN" altLang="en-US">
                <a:solidFill>
                  <a:srgbClr val="FF0000"/>
                </a:solidFill>
              </a:rPr>
              <a:t>功能</a:t>
            </a:r>
            <a:r>
              <a:rPr lang="zh-CN" altLang="en-US"/>
              <a:t>：测量缓存命中和未命中的时间，确定区分阈值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原理</a:t>
            </a:r>
            <a:r>
              <a:rPr lang="zh-CN" altLang="en-US"/>
              <a:t>：</a:t>
            </a:r>
            <a:endParaRPr lang="zh-CN" altLang="en-US"/>
          </a:p>
          <a:p>
            <a:r>
              <a:rPr lang="en-US" altLang="zh-CN"/>
              <a:t> 1. </a:t>
            </a:r>
            <a:r>
              <a:rPr lang="zh-CN" altLang="en-US"/>
              <a:t>分配对齐的内存</a:t>
            </a:r>
            <a:endParaRPr lang="zh-CN" altLang="en-US"/>
          </a:p>
          <a:p>
            <a:r>
              <a:rPr lang="en-US" altLang="zh-CN"/>
              <a:t> 2. </a:t>
            </a:r>
            <a:r>
              <a:rPr lang="zh-CN" altLang="en-US"/>
              <a:t>多次访问使其在缓存中（命中）</a:t>
            </a:r>
            <a:endParaRPr lang="zh-CN" altLang="en-US"/>
          </a:p>
          <a:p>
            <a:r>
              <a:rPr lang="en-US" altLang="zh-CN"/>
              <a:t> 3. </a:t>
            </a:r>
            <a:r>
              <a:rPr lang="zh-CN" altLang="en-US"/>
              <a:t>使用</a:t>
            </a:r>
            <a:r>
              <a:rPr lang="en-US" altLang="zh-CN"/>
              <a:t> CLFLUSH </a:t>
            </a:r>
            <a:r>
              <a:rPr lang="zh-CN" altLang="en-US"/>
              <a:t>驱逐后访问（未命中）</a:t>
            </a:r>
            <a:endParaRPr lang="zh-CN" altLang="en-US"/>
          </a:p>
          <a:p>
            <a:r>
              <a:rPr lang="en-US" altLang="zh-CN"/>
              <a:t> 4. </a:t>
            </a:r>
            <a:r>
              <a:rPr lang="zh-CN" altLang="en-US"/>
              <a:t>计算中位数，取</a:t>
            </a:r>
            <a:r>
              <a:rPr lang="en-US" altLang="zh-CN">
                <a:sym typeface="+mn-ea"/>
              </a:rPr>
              <a:t>20%</a:t>
            </a:r>
            <a:r>
              <a:rPr lang="zh-CN" altLang="en-US"/>
              <a:t>偏向命中侧作为</a:t>
            </a:r>
            <a:r>
              <a:rPr lang="zh-CN" altLang="en-US"/>
              <a:t>阈值</a:t>
            </a:r>
            <a:endParaRPr lang="zh-CN" altLang="en-US"/>
          </a:p>
          <a:p>
            <a:r>
              <a:rPr lang="en-US" altLang="zh-CN"/>
              <a:t> </a:t>
            </a:r>
            <a:r>
              <a:rPr lang="zh-CN" altLang="en-US"/>
              <a:t>即：</a:t>
            </a:r>
            <a:r>
              <a:rPr lang="zh-CN" altLang="en-US">
                <a:solidFill>
                  <a:srgbClr val="FF0000"/>
                </a:solidFill>
              </a:rPr>
              <a:t>阈值</a:t>
            </a:r>
            <a:r>
              <a:rPr lang="en-US" altLang="zh-CN">
                <a:solidFill>
                  <a:srgbClr val="FF0000"/>
                </a:solidFill>
              </a:rPr>
              <a:t> = </a:t>
            </a:r>
            <a:r>
              <a:rPr lang="zh-CN" altLang="en-US">
                <a:solidFill>
                  <a:srgbClr val="FF0000"/>
                </a:solidFill>
              </a:rPr>
              <a:t>命中时间</a:t>
            </a:r>
            <a:r>
              <a:rPr lang="en-US" altLang="zh-CN">
                <a:solidFill>
                  <a:srgbClr val="FF0000"/>
                </a:solidFill>
              </a:rPr>
              <a:t> + (</a:t>
            </a:r>
            <a:r>
              <a:rPr lang="zh-CN" altLang="en-US">
                <a:solidFill>
                  <a:srgbClr val="FF0000"/>
                </a:solidFill>
              </a:rPr>
              <a:t>未命中</a:t>
            </a:r>
            <a:r>
              <a:rPr lang="en-US" altLang="zh-CN">
                <a:solidFill>
                  <a:srgbClr val="FF0000"/>
                </a:solidFill>
              </a:rPr>
              <a:t> - </a:t>
            </a:r>
            <a:r>
              <a:rPr lang="zh-CN" altLang="en-US">
                <a:solidFill>
                  <a:srgbClr val="FF0000"/>
                </a:solidFill>
              </a:rPr>
              <a:t>命中</a:t>
            </a:r>
            <a:r>
              <a:rPr lang="en-US" altLang="zh-CN">
                <a:solidFill>
                  <a:srgbClr val="FF0000"/>
                </a:solidFill>
              </a:rPr>
              <a:t>) / 5</a:t>
            </a:r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3830" y="3228340"/>
            <a:ext cx="4815205" cy="36398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005" y="1035050"/>
            <a:ext cx="4471035" cy="8083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7005" y="1913255"/>
            <a:ext cx="4474210" cy="1245235"/>
          </a:xfrm>
          <a:prstGeom prst="rect">
            <a:avLst/>
          </a:prstGeom>
        </p:spPr>
      </p:pic>
      <p:cxnSp>
        <p:nvCxnSpPr>
          <p:cNvPr id="7" name="直接箭头连接符 6"/>
          <p:cNvCxnSpPr/>
          <p:nvPr/>
        </p:nvCxnSpPr>
        <p:spPr>
          <a:xfrm flipV="1">
            <a:off x="3511550" y="1499870"/>
            <a:ext cx="2894330" cy="737870"/>
          </a:xfrm>
          <a:prstGeom prst="straightConnector1">
            <a:avLst/>
          </a:prstGeom>
          <a:ln w="31750" cap="rnd">
            <a:solidFill>
              <a:srgbClr val="FF0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V="1">
            <a:off x="4189730" y="2461895"/>
            <a:ext cx="2272665" cy="61595"/>
          </a:xfrm>
          <a:prstGeom prst="straightConnector1">
            <a:avLst/>
          </a:prstGeom>
          <a:ln w="31750" cap="rnd">
            <a:solidFill>
              <a:srgbClr val="FF0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90" y="3227705"/>
            <a:ext cx="6321425" cy="363093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3.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实验过程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 - spy.c - </a:t>
            </a:r>
            <a:r>
              <a:rPr lang="zh-CN" altLang="en-US">
                <a:solidFill>
                  <a:schemeClr val="bg1"/>
                </a:solidFill>
              </a:rPr>
              <a:t>计算</a:t>
            </a:r>
            <a:r>
              <a:rPr lang="en-US" altLang="zh-CN">
                <a:solidFill>
                  <a:schemeClr val="bg1"/>
                </a:solidFill>
              </a:rPr>
              <a:t> R0 </a:t>
            </a:r>
            <a:r>
              <a:rPr lang="zh-CN" altLang="en-US">
                <a:solidFill>
                  <a:schemeClr val="bg1"/>
                </a:solidFill>
              </a:rPr>
              <a:t>和</a:t>
            </a:r>
            <a:r>
              <a:rPr lang="en-US" altLang="zh-CN">
                <a:solidFill>
                  <a:schemeClr val="bg1"/>
                </a:solidFill>
              </a:rPr>
              <a:t> E(R0)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0555" y="1280160"/>
            <a:ext cx="5438775" cy="29337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1235" y="4559300"/>
            <a:ext cx="7258050" cy="14001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7940" y="9766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3.3.3</a:t>
            </a:r>
            <a:endParaRPr lang="en-US" altLang="zh-CN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3.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实验过程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 - spy.c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 -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S-box访问的条目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525" y="986155"/>
            <a:ext cx="12181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3.3.4 </a:t>
            </a:r>
            <a:r>
              <a:rPr lang="zh-CN" altLang="en-US"/>
              <a:t>执行多次第一轮攻击，并通过</a:t>
            </a:r>
            <a:r>
              <a:rPr lang="en-US" altLang="zh-CN">
                <a:solidFill>
                  <a:srgbClr val="FF0000"/>
                </a:solidFill>
              </a:rPr>
              <a:t> flush and reload </a:t>
            </a:r>
            <a:r>
              <a:rPr lang="zh-CN" altLang="en-US"/>
              <a:t>分别检测每个</a:t>
            </a:r>
            <a:r>
              <a:rPr lang="en-US" altLang="zh-CN"/>
              <a:t> S-box </a:t>
            </a:r>
            <a:r>
              <a:rPr lang="zh-CN" altLang="en-US"/>
              <a:t>访问的条目</a:t>
            </a:r>
            <a:r>
              <a:rPr lang="zh-CN" altLang="en-US"/>
              <a:t>。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845" y="1414780"/>
            <a:ext cx="5562600" cy="51530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090" y="1414780"/>
            <a:ext cx="4391025" cy="22288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3.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实验过程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 - spy.c - 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选择最可靠的 K1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4950" y="986155"/>
            <a:ext cx="6877050" cy="9144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525" y="986155"/>
            <a:ext cx="54317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3.3.4 </a:t>
            </a:r>
            <a:r>
              <a:rPr lang="zh-CN" altLang="en-US"/>
              <a:t>采用多轮投票机制，重复攻击</a:t>
            </a:r>
            <a:r>
              <a:rPr lang="en-US" altLang="zh-CN"/>
              <a:t> 7 </a:t>
            </a:r>
            <a:r>
              <a:rPr lang="zh-CN" altLang="en-US"/>
              <a:t>轮，从多轮结果中选择最可靠的</a:t>
            </a:r>
            <a:r>
              <a:rPr lang="en-US" altLang="zh-CN"/>
              <a:t> K1</a:t>
            </a:r>
            <a:r>
              <a:rPr lang="zh-CN" altLang="en-US"/>
              <a:t>。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4950" y="1981835"/>
            <a:ext cx="6870700" cy="471551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65" y="1631315"/>
            <a:ext cx="5158105" cy="506603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3.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实验过程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 - spy.c -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恢复完整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密钥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8890" y="948690"/>
            <a:ext cx="122002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3.3.5 </a:t>
            </a:r>
            <a:r>
              <a:rPr lang="zh-CN" altLang="en-US">
                <a:solidFill>
                  <a:srgbClr val="FF0000"/>
                </a:solidFill>
              </a:rPr>
              <a:t>暴力搜索</a:t>
            </a:r>
            <a:r>
              <a:rPr lang="zh-CN" altLang="en-US">
                <a:solidFill>
                  <a:schemeClr val="tx1"/>
                </a:solidFill>
              </a:rPr>
              <a:t>：</a:t>
            </a:r>
            <a:r>
              <a:rPr lang="zh-CN" altLang="en-US"/>
              <a:t>从</a:t>
            </a:r>
            <a:r>
              <a:rPr lang="en-US" altLang="zh-CN"/>
              <a:t>48</a:t>
            </a:r>
            <a:r>
              <a:rPr lang="zh-CN" altLang="en-US"/>
              <a:t>位的</a:t>
            </a:r>
            <a:r>
              <a:rPr lang="en-US" altLang="zh-CN"/>
              <a:t>K1</a:t>
            </a:r>
            <a:r>
              <a:rPr lang="zh-CN" altLang="en-US"/>
              <a:t>恢复</a:t>
            </a:r>
            <a:r>
              <a:rPr lang="en-US" altLang="zh-CN"/>
              <a:t> 64 </a:t>
            </a:r>
            <a:r>
              <a:rPr lang="zh-CN" altLang="en-US"/>
              <a:t>位密钥：需要枚举</a:t>
            </a:r>
            <a:r>
              <a:rPr lang="en-US" altLang="zh-CN"/>
              <a:t> 8 </a:t>
            </a:r>
            <a:r>
              <a:rPr lang="zh-CN" altLang="en-US"/>
              <a:t>个未知位（</a:t>
            </a:r>
            <a:r>
              <a:rPr lang="en-US" altLang="zh-CN"/>
              <a:t>PC-2 </a:t>
            </a:r>
            <a:r>
              <a:rPr lang="zh-CN" altLang="en-US"/>
              <a:t>未选中的位），共</a:t>
            </a:r>
            <a:r>
              <a:rPr lang="en-US" altLang="zh-CN"/>
              <a:t> 2^8 = 256 </a:t>
            </a:r>
            <a:r>
              <a:rPr lang="zh-CN" altLang="en-US"/>
              <a:t>种可能</a:t>
            </a:r>
            <a:r>
              <a:rPr lang="en-US" altLang="zh-CN"/>
              <a:t>  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45" y="1492885"/>
            <a:ext cx="6600825" cy="42100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3395" y="1392555"/>
            <a:ext cx="5205730" cy="536956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3.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实验过程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 - spy.c -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最终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结果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8890" y="9486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3.3.6 </a:t>
            </a:r>
            <a:r>
              <a:rPr lang="zh-CN" altLang="en-US"/>
              <a:t>输出最终结果并卸载共享库</a:t>
            </a:r>
            <a:r>
              <a:rPr lang="en-US" altLang="zh-CN"/>
              <a:t> 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230" y="1492885"/>
            <a:ext cx="4333875" cy="13716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085" y="1492885"/>
            <a:ext cx="6943725" cy="22383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4. </a:t>
            </a:r>
            <a:r>
              <a:rPr lang="zh-CN" altLang="en-US">
                <a:solidFill>
                  <a:schemeClr val="bg1"/>
                </a:solidFill>
              </a:rPr>
              <a:t>下周</a:t>
            </a:r>
            <a:r>
              <a:rPr lang="zh-CN" altLang="en-US">
                <a:solidFill>
                  <a:schemeClr val="bg1"/>
                </a:solidFill>
              </a:rPr>
              <a:t>目标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948690"/>
            <a:ext cx="12192000" cy="26701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ym typeface="+mn-ea"/>
              </a:rPr>
              <a:t>1. </a:t>
            </a:r>
            <a:r>
              <a:rPr lang="zh-CN" altLang="en-US">
                <a:sym typeface="+mn-ea"/>
              </a:rPr>
              <a:t>做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缓解验证的</a:t>
            </a:r>
            <a:r>
              <a:rPr lang="zh-CN" altLang="en-US">
                <a:solidFill>
                  <a:srgbClr val="FF0000"/>
                </a:solidFill>
              </a:rPr>
              <a:t>对照测试</a:t>
            </a:r>
            <a:r>
              <a:rPr lang="zh-CN" altLang="en-US"/>
              <a:t>，</a:t>
            </a:r>
            <a:r>
              <a:rPr lang="zh-CN" altLang="en-US">
                <a:sym typeface="+mn-ea"/>
              </a:rPr>
              <a:t>验证常见缓解措施（隔离策略、缓存冲洗、编译器或内核参数、微码与固件更新）的效果，对比前后差异；</a:t>
            </a:r>
            <a:r>
              <a:rPr lang="zh-CN" altLang="en-US"/>
              <a:t>开启</a:t>
            </a:r>
            <a:r>
              <a:rPr lang="en-US" altLang="zh-CN"/>
              <a:t>/</a:t>
            </a:r>
            <a:r>
              <a:rPr lang="zh-CN" altLang="en-US"/>
              <a:t>关闭若干常见缓解措施进行对比，例如进程亲和绑定、缓存刷新指令的使用方式变化，或系统提供的相关隔离选项，观察统计结果变化并给出解释。</a:t>
            </a:r>
            <a:endParaRPr lang="zh-CN" altLang="en-US"/>
          </a:p>
          <a:p>
            <a:r>
              <a:rPr lang="en-US" altLang="zh-CN"/>
              <a:t>2. </a:t>
            </a:r>
            <a:r>
              <a:rPr lang="zh-CN" altLang="en-US"/>
              <a:t>整理</a:t>
            </a:r>
            <a:r>
              <a:rPr lang="zh-CN" altLang="en-US">
                <a:solidFill>
                  <a:srgbClr val="FF0000"/>
                </a:solidFill>
              </a:rPr>
              <a:t>主要指标</a:t>
            </a:r>
            <a:r>
              <a:rPr lang="zh-CN" altLang="en-US"/>
              <a:t>与</a:t>
            </a:r>
            <a:r>
              <a:rPr lang="zh-CN" altLang="en-US">
                <a:solidFill>
                  <a:srgbClr val="FF0000"/>
                </a:solidFill>
              </a:rPr>
              <a:t>技术参数</a:t>
            </a:r>
            <a:r>
              <a:rPr lang="zh-CN" altLang="en-US"/>
              <a:t>，</a:t>
            </a:r>
            <a:r>
              <a:rPr lang="zh-CN" altLang="en-US"/>
              <a:t>包括时间测量的统计指标，例如平均值、标准差与分位数，并统计样本数量与重复次数。</a:t>
            </a:r>
            <a:r>
              <a:rPr lang="zh-CN" altLang="en-US"/>
              <a:t>统计命中与未命中两类访问的时间分布差异或可区分度指标。明确</a:t>
            </a:r>
            <a:r>
              <a:rPr lang="en-US" altLang="zh-CN"/>
              <a:t> CPU </a:t>
            </a:r>
            <a:r>
              <a:rPr lang="zh-CN" altLang="en-US"/>
              <a:t>型号与核心数、操作系统版本、编译器版本与优化选项，计时方式可采用高精度时间戳计数器或系统高精度计时接口，并说明测量开销控制方法。</a:t>
            </a:r>
            <a:endParaRPr lang="zh-CN" altLang="en-US"/>
          </a:p>
          <a:p>
            <a:r>
              <a:rPr lang="en-US" altLang="zh-CN"/>
              <a:t>3. </a:t>
            </a:r>
            <a:r>
              <a:rPr lang="zh-CN" altLang="en-US">
                <a:sym typeface="+mn-ea"/>
              </a:rPr>
              <a:t>设计脚本，量化泄露带宽、命中率、信噪比与跨核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跨进程可迁移性；</a:t>
            </a:r>
            <a:r>
              <a:rPr lang="zh-CN" altLang="en-US"/>
              <a:t>完成原始数据与绘图结果、</a:t>
            </a:r>
            <a:r>
              <a:rPr lang="zh-CN" altLang="en-US">
                <a:sym typeface="+mn-ea"/>
              </a:rPr>
              <a:t>输出图表与统计摘要，</a:t>
            </a:r>
            <a:r>
              <a:rPr lang="zh-CN" altLang="en-US">
                <a:sym typeface="+mn-ea"/>
              </a:rPr>
              <a:t>研究在所测平台上的风险描述与推荐配置。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4. </a:t>
            </a:r>
            <a:r>
              <a:rPr lang="zh-CN" altLang="en-US">
                <a:sym typeface="+mn-ea"/>
              </a:rPr>
              <a:t>编写</a:t>
            </a:r>
            <a:r>
              <a:rPr lang="zh-CN" altLang="en-US"/>
              <a:t>测试流程</a:t>
            </a:r>
            <a:r>
              <a:rPr lang="zh-CN" altLang="en-US">
                <a:solidFill>
                  <a:srgbClr val="FF0000"/>
                </a:solidFill>
              </a:rPr>
              <a:t>文档</a:t>
            </a:r>
            <a:r>
              <a:rPr lang="zh-CN" altLang="en-US"/>
              <a:t>与总结</a:t>
            </a:r>
            <a:r>
              <a:rPr lang="zh-CN" altLang="en-US">
                <a:solidFill>
                  <a:srgbClr val="FF0000"/>
                </a:solidFill>
              </a:rPr>
              <a:t>报告</a:t>
            </a:r>
            <a:r>
              <a:rPr lang="zh-CN" altLang="en-US"/>
              <a:t>。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0" y="3950964"/>
            <a:ext cx="12192000" cy="29070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524000" y="1612241"/>
            <a:ext cx="9144000" cy="1260058"/>
          </a:xfrm>
        </p:spPr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   谢谢！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524000" y="4552548"/>
            <a:ext cx="9144000" cy="1655762"/>
          </a:xfrm>
        </p:spPr>
        <p:txBody>
          <a:bodyPr/>
          <a:lstStyle/>
          <a:p>
            <a:r>
              <a:rPr lang="zh-CN" altLang="en-US" dirty="0">
                <a:solidFill>
                  <a:schemeClr val="accent1"/>
                </a:solidFill>
                <a:latin typeface="+mj-lt"/>
              </a:rPr>
              <a:t>杨宇鑫</a:t>
            </a:r>
            <a:endParaRPr lang="zh-CN" altLang="en-US" dirty="0">
              <a:solidFill>
                <a:schemeClr val="accent1"/>
              </a:solidFill>
              <a:latin typeface="+mj-lt"/>
            </a:endParaRPr>
          </a:p>
          <a:p>
            <a:r>
              <a:rPr lang="en-US" altLang="zh-CN" dirty="0">
                <a:solidFill>
                  <a:schemeClr val="accent1"/>
                </a:solidFill>
                <a:latin typeface="+mj-lt"/>
              </a:rPr>
              <a:t>2026.02.</a:t>
            </a:r>
            <a:endParaRPr lang="zh-CN" altLang="en-US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1524000" y="1612241"/>
            <a:ext cx="9144000" cy="1507191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tags/tag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0f51be442d348dcd3676fa585af84194925b45e"/>
  <p:tag name="KSO_WM_NEWLAYOUT_GROUP_ID" val="layout_10007"/>
  <p:tag name="KSO_WM_NEWLAYOUT_ID" val="slide_6b62f1f9edcefd50"/>
</p:tagLst>
</file>

<file path=ppt/tags/tag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daeedc869f7909be1b4acd7e9ae2b145a1e17d9"/>
  <p:tag name="KSO_WM_NEWLAYOUT_GROUP_ID" val="layout_10003"/>
  <p:tag name="KSO_WM_NEWLAYOUT_ID" val="slide_f03f66a8173a28af"/>
</p:tagLst>
</file>

<file path=ppt/tags/tag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4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028ba39ccea91001d33bde68707bc4f8d970998"/>
  <p:tag name="KSO_WM_NEWLAYOUT_GROUP_ID" val="layout_10004"/>
  <p:tag name="KSO_WM_NEWLAYOUT_ID" val="slide_2413216d433b758f"/>
</p:tagLst>
</file>

<file path=ppt/tags/tag4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4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4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bc9125b8975ae5e7de56b93eb0dac3ca0c57159"/>
  <p:tag name="KSO_WM_NEWLAYOUT_GROUP_ID" val="layout_14"/>
  <p:tag name="KSO_WM_NEWLAYOUT_ID" val="slide_fbd1737be693ef9a"/>
</p:tagLst>
</file>

<file path=ppt/tags/tag56.xml><?xml version="1.0" encoding="utf-8"?>
<p:tagLst xmlns:p="http://schemas.openxmlformats.org/presentationml/2006/main">
  <p:tag name="KSO_WM_FIGMA_DECORATION_INDEX" val="18_contentModel"/>
  <p:tag name="$PH_EXT" val="2"/>
  <p:tag name="KSO_WM_BEAUTIFY_FLAG" val="#fgm#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"/>
  <p:tag name="KSO_WM_UNIT_TYPE" val="l_i"/>
</p:tagLst>
</file>

<file path=ppt/tags/tag5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5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652b3ac7b201e87e19932171151b4a173c6c2dc"/>
  <p:tag name="KSO_WM_NEWLAYOUT_GROUP_ID" val="layout_30"/>
  <p:tag name="KSO_WM_NEWLAYOUT_ID" val="slide_3d2465070914cbc5"/>
</p:tagLst>
</file>

<file path=ppt/tags/tag6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6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7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7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7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7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7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4641a8daa89333762de2f03c211b475a9c258d0"/>
  <p:tag name="KSO_WM_NEWLAYOUT_GROUP_ID" val="layout_6"/>
  <p:tag name="KSO_WM_NEWLAYOUT_ID" val="slide_db6ecc7827b66e6e"/>
</p:tagLst>
</file>

<file path=ppt/tags/tag8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8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9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9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9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9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9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9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</p:tagLst>
</file>

<file path=ppt/tags/tag10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0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1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5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6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7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7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8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9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0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1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4.xml><?xml version="1.0" encoding="utf-8"?>
<p:tagLst xmlns:p="http://schemas.openxmlformats.org/presentationml/2006/main">
  <p:tag name="KSO_WM_AITEMPLATE_STYLE_ID" val="0"/>
</p:tagLst>
</file>

<file path=ppt/tags/tag325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NEED_RESERVE" val="1"/>
  <p:tag name="KSO_WM_TEMPLATE_INDEX" val="4"/>
  <p:tag name="KSO_WM_TEMPLATE_CATEGORY" val="custom"/>
  <p:tag name="KSO_WM_UNIT_ID" val="custom4_1*i*1"/>
  <p:tag name="KSO_WM_UNIT_LAYERLEVEL" val="1"/>
</p:tagLst>
</file>

<file path=ppt/tags/tag32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4_1*a*1"/>
  <p:tag name="KSO_WM_UNIT_LAYERLEVEL" val="1"/>
  <p:tag name="KSO_WM_TEMPLATE_INDEX" val="4"/>
  <p:tag name="KSO_WM_TEMPLATE_CATEGORY" val="custom"/>
</p:tagLst>
</file>

<file path=ppt/tags/tag32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TEMPLATE_NEED_RESERVE" val="1"/>
  <p:tag name="KSO_WM_UNIT_ID" val="custom4_1*f*1"/>
  <p:tag name="KSO_WM_UNIT_LAYERLEVEL" val="1"/>
  <p:tag name="KSO_WM_TEMPLATE_INDEX" val="4"/>
  <p:tag name="KSO_WM_TEMPLATE_CATEGORY" val="custom"/>
</p:tagLst>
</file>

<file path=ppt/tags/tag328.xml><?xml version="1.0" encoding="utf-8"?>
<p:tagLst xmlns:p="http://schemas.openxmlformats.org/presentationml/2006/main">
  <p:tag name="KSO_WM_UNIT_TYPE" val="i"/>
  <p:tag name="KSO_WM_DECORATE_TYPE" val="i_cd"/>
  <p:tag name="KSO_WM_UNIT_INDEX" val="2"/>
  <p:tag name="KSO_WM_BEAUTIFY_FLAG" val="#wm#"/>
  <p:tag name="KSO_WM_TAG_VERSION" val="3.0"/>
  <p:tag name="KSO_WM_TEMPLATE_NEED_RESERVE" val="1"/>
  <p:tag name="KSO_WM_TEMPLATE_INDEX" val="4"/>
  <p:tag name="KSO_WM_TEMPLATE_CATEGORY" val="custom"/>
  <p:tag name="KSO_WM_UNIT_ID" val="custom4_1*i*2"/>
  <p:tag name="KSO_WM_UNIT_LAYERLEVEL" val="1"/>
</p:tagLst>
</file>

<file path=ppt/tags/tag329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TEMPLATE_PLACEHOLDER_POS" val="246,146.25,712,386.25"/>
  <p:tag name="KSO_WM_SLIDE_SUBTYPE" val="pureTxt"/>
  <p:tag name="KSO_WM_SLIDE_ITEM_CNT" val="0"/>
  <p:tag name="KSO_WM_TEMPLATE_INDEX" val="4"/>
  <p:tag name="KSO_WM_SLIDE_THEME_ID" val="20232095"/>
  <p:tag name="KSO_WM_SLIDE_INDEX" val="1"/>
  <p:tag name="KSO_WM_BEAUTIFY_FLAG" val="#wm#"/>
  <p:tag name="KSO_WM_TEMPLATE_CATEGORY" val="custom"/>
  <p:tag name="KSO_WM_TEMPLATE_THUMBS_INDEX" val="1、5"/>
  <p:tag name="KSO_WM_SLIDE_ID" val="custom4_1"/>
  <p:tag name="KSO_WM_SLIDE_LAYOUT" val="_a_f_i"/>
  <p:tag name="KSO_WM_SLIDE_LAYOUT_CNT" val="1_1_1_2"/>
</p:tagLst>
</file>

<file path=ppt/tags/tag33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3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3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3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3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3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3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3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3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3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4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4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4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4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4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4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4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4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4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4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5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5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5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5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54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NEED_RESERVE" val="1"/>
  <p:tag name="KSO_WM_TEMPLATE_INDEX" val="4"/>
  <p:tag name="KSO_WM_TEMPLATE_CATEGORY" val="custom"/>
  <p:tag name="KSO_WM_UNIT_ID" val="custom4_5*i*1"/>
  <p:tag name="KSO_WM_UNIT_LAYERLEVEL" val="1"/>
</p:tagLst>
</file>

<file path=ppt/tags/tag35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4_5*a*1"/>
  <p:tag name="KSO_WM_UNIT_LAYERLEVEL" val="1"/>
  <p:tag name="KSO_WM_TEMPLATE_INDEX" val="4"/>
  <p:tag name="KSO_WM_TEMPLATE_CATEGORY" val="custom"/>
</p:tagLst>
</file>

<file path=ppt/tags/tag356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TEMPLATE_NEED_RESERVE" val="1"/>
  <p:tag name="KSO_WM_UNIT_ID" val="custom4_5*f*1"/>
  <p:tag name="KSO_WM_UNIT_LAYERLEVEL" val="1"/>
  <p:tag name="KSO_WM_TEMPLATE_INDEX" val="4"/>
  <p:tag name="KSO_WM_TEMPLATE_CATEGORY" val="custom"/>
</p:tagLst>
</file>

<file path=ppt/tags/tag357.xml><?xml version="1.0" encoding="utf-8"?>
<p:tagLst xmlns:p="http://schemas.openxmlformats.org/presentationml/2006/main">
  <p:tag name="KSO_WM_UNIT_TYPE" val="i"/>
  <p:tag name="KSO_WM_DECORATE_TYPE" val="i_cd"/>
  <p:tag name="KSO_WM_UNIT_INDEX" val="2"/>
  <p:tag name="KSO_WM_BEAUTIFY_FLAG" val="#wm#"/>
  <p:tag name="KSO_WM_TAG_VERSION" val="3.0"/>
  <p:tag name="KSO_WM_TEMPLATE_NEED_RESERVE" val="1"/>
  <p:tag name="KSO_WM_TEMPLATE_INDEX" val="4"/>
  <p:tag name="KSO_WM_TEMPLATE_CATEGORY" val="custom"/>
  <p:tag name="KSO_WM_UNIT_ID" val="custom4_5*i*2"/>
  <p:tag name="KSO_WM_UNIT_LAYERLEVEL" val="1"/>
</p:tagLst>
</file>

<file path=ppt/tags/tag358.xml><?xml version="1.0" encoding="utf-8"?>
<p:tagLst xmlns:p="http://schemas.openxmlformats.org/presentationml/2006/main">
  <p:tag name="KSO_WM_SLIDE_TYPE" val="endPage"/>
  <p:tag name="KSO_WM_TEMPLATE_SUBCATEGORY" val="29"/>
  <p:tag name="KSO_WM_TEMPLATE_COLOR_TYPE" val="0"/>
  <p:tag name="KSO_WM_TAG_VERSION" val="3.0"/>
  <p:tag name="KSO_WM_TEMPLATE_PLACEHOLDER_POS" val="222,146.25,736,459.375"/>
  <p:tag name="KSO_WM_SLIDE_SUBTYPE" val="pureTxt"/>
  <p:tag name="KSO_WM_SLIDE_ITEM_CNT" val="0"/>
  <p:tag name="KSO_WM_TEMPLATE_INDEX" val="4"/>
  <p:tag name="KSO_WM_SLIDE_THEME_ID" val="20232246"/>
  <p:tag name="KSO_WM_SLIDE_INDEX" val="5"/>
  <p:tag name="KSO_WM_BEAUTIFY_FLAG" val="#wm#"/>
  <p:tag name="KSO_WM_TEMPLATE_CATEGORY" val="custom"/>
  <p:tag name="KSO_WM_SLIDE_ID" val="custom4_5"/>
  <p:tag name="KSO_WM_SLIDE_LAYOUT" val="a_f_i"/>
  <p:tag name="KSO_WM_SLIDE_LAYOUT_CNT" val="1_1_2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E426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3327</Words>
  <Application>WPS 演示</Application>
  <PresentationFormat>宽屏</PresentationFormat>
  <Paragraphs>127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Arial</vt:lpstr>
      <vt:lpstr>宋体</vt:lpstr>
      <vt:lpstr>Wingdings</vt:lpstr>
      <vt:lpstr>微软雅黑</vt:lpstr>
      <vt:lpstr>汉仪尚巍手书W</vt:lpstr>
      <vt:lpstr>Lato Regular</vt:lpstr>
      <vt:lpstr>Lato</vt:lpstr>
      <vt:lpstr>Lato Hairline</vt:lpstr>
      <vt:lpstr>Lato Light</vt:lpstr>
      <vt:lpstr>Arial Unicode MS</vt:lpstr>
      <vt:lpstr>Calibri</vt:lpstr>
      <vt:lpstr>Office 主题</vt:lpstr>
      <vt:lpstr>Office 主题​​</vt:lpstr>
      <vt:lpstr>基于Flush+Reload的 DES算法Cache计时攻击</vt:lpstr>
      <vt:lpstr>1. DES算法加密过程</vt:lpstr>
      <vt:lpstr>2. 攻击切入点  </vt:lpstr>
      <vt:lpstr>3. 实验过程</vt:lpstr>
      <vt:lpstr>3. 实验过程</vt:lpstr>
      <vt:lpstr>3. 实验过程</vt:lpstr>
      <vt:lpstr>PowerPoint 演示文稿</vt:lpstr>
      <vt:lpstr>PowerPoint 演示文稿</vt:lpstr>
      <vt:lpstr>PowerPoint 演示文稿</vt:lpstr>
      <vt:lpstr>3. 实验过程 - spy.c - S盒压缩</vt:lpstr>
      <vt:lpstr>PowerPoint 演示文稿</vt:lpstr>
      <vt:lpstr>3. 实验过程 - spy.c - 选择最可靠的 K1</vt:lpstr>
      <vt:lpstr>3. 实验过程 - spy.c - 选择最可靠的 K1</vt:lpstr>
      <vt:lpstr>   谢谢！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FLUSH AND RELOAD</dc:title>
  <dc:creator/>
  <cp:lastModifiedBy>杨宇鑫</cp:lastModifiedBy>
  <cp:revision>39</cp:revision>
  <dcterms:created xsi:type="dcterms:W3CDTF">2026-01-21T07:12:00Z</dcterms:created>
  <dcterms:modified xsi:type="dcterms:W3CDTF">2026-02-04T04:24:34Z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B75C98F4C40948689CB49D1002CA5FAC</vt:lpwstr>
  </property>
</Properties>
</file>